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64" r:id="rId2"/>
    <p:sldId id="265" r:id="rId3"/>
    <p:sldId id="256" r:id="rId4"/>
    <p:sldId id="257" r:id="rId5"/>
    <p:sldId id="263" r:id="rId6"/>
    <p:sldId id="258" r:id="rId7"/>
    <p:sldId id="259" r:id="rId8"/>
    <p:sldId id="260" r:id="rId9"/>
    <p:sldId id="261" r:id="rId10"/>
    <p:sldId id="262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89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98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76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5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50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99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93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74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96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46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86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629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90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92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57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55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0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C4DE404-C4F1-42B1-BF9C-77CDC68EFADF}" type="datetimeFigureOut">
              <a:rPr lang="en-US" smtClean="0"/>
              <a:t>3/1/2021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A3D8A3C-D251-414E-A0C0-2E88C6483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0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exvirtech/js-html-1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parceljs.org/getting_started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base.google.com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E5A6-830E-4F1C-8EF7-381BCCE236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JavaScript and HTML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AA3510-EC99-4DB2-89F8-5453D2342B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an example of dynamic HTML page generated with JavaScript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83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ED85D-FE04-4562-819D-FC0CDC525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083" y="461502"/>
            <a:ext cx="10364451" cy="1596177"/>
          </a:xfrm>
        </p:spPr>
        <p:txBody>
          <a:bodyPr/>
          <a:lstStyle/>
          <a:p>
            <a:pPr algn="l"/>
            <a:r>
              <a:rPr lang="en-US" dirty="0"/>
              <a:t>About the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91F21-12A1-4D69-9581-56C6F89AE7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79058" y="1893743"/>
            <a:ext cx="10031318" cy="3204730"/>
          </a:xfrm>
        </p:spPr>
        <p:txBody>
          <a:bodyPr>
            <a:noAutofit/>
          </a:bodyPr>
          <a:lstStyle/>
          <a:p>
            <a:r>
              <a:rPr lang="en-US" sz="1800" dirty="0"/>
              <a:t>it’s a brief introduction to the JS based front-end development approach</a:t>
            </a:r>
          </a:p>
          <a:p>
            <a:r>
              <a:rPr lang="en-US" sz="1800" dirty="0"/>
              <a:t>It includes the essential components of programming in JavaScript (ES6)</a:t>
            </a:r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>
                <a:solidFill>
                  <a:srgbClr val="00B0F0"/>
                </a:solidFill>
              </a:rPr>
              <a:t>The slides are intended to be a summary of the demo project shown in VS Code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E497F8-99DB-46E6-B740-9D4460E5E658}"/>
              </a:ext>
            </a:extLst>
          </p:cNvPr>
          <p:cNvSpPr txBox="1">
            <a:spLocks/>
          </p:cNvSpPr>
          <p:nvPr/>
        </p:nvSpPr>
        <p:spPr>
          <a:xfrm>
            <a:off x="4860810" y="2793993"/>
            <a:ext cx="2154696" cy="2953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b="1" dirty="0"/>
              <a:t>HTML DOM </a:t>
            </a:r>
          </a:p>
          <a:p>
            <a:pPr lvl="1"/>
            <a:r>
              <a:rPr lang="en-US" b="1" dirty="0"/>
              <a:t>NodeJS</a:t>
            </a:r>
          </a:p>
          <a:p>
            <a:pPr lvl="1"/>
            <a:r>
              <a:rPr lang="en-US" b="1" dirty="0"/>
              <a:t>ParcelJS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CE26CD-B00F-43D3-BD01-F337E2261280}"/>
              </a:ext>
            </a:extLst>
          </p:cNvPr>
          <p:cNvSpPr txBox="1"/>
          <p:nvPr/>
        </p:nvSpPr>
        <p:spPr>
          <a:xfrm>
            <a:off x="1080024" y="4924741"/>
            <a:ext cx="9125524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The full source code of the demo project is available on GitHub: </a:t>
            </a:r>
            <a:r>
              <a:rPr lang="en-US" sz="2000" dirty="0">
                <a:hlinkClick r:id="rId2"/>
              </a:rPr>
              <a:t>https://github.com/alexvirtech/js-html-1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13351-059F-404A-A0CE-2C0292759F2F}"/>
              </a:ext>
            </a:extLst>
          </p:cNvPr>
          <p:cNvSpPr txBox="1"/>
          <p:nvPr/>
        </p:nvSpPr>
        <p:spPr>
          <a:xfrm>
            <a:off x="1002174" y="5752682"/>
            <a:ext cx="66030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dirty="0">
                <a:effectLst/>
                <a:latin typeface="Consolas" panose="020B0609020204030204" pitchFamily="49" charset="0"/>
              </a:rPr>
              <a:t>The demo project is an example of HTML page generated with JavaScript.</a:t>
            </a:r>
          </a:p>
          <a:p>
            <a:r>
              <a:rPr lang="en-US" sz="1000" b="0" dirty="0">
                <a:effectLst/>
                <a:latin typeface="Consolas" panose="020B0609020204030204" pitchFamily="49" charset="0"/>
              </a:rPr>
              <a:t>It's created for educational purposes in the Web technologies course </a:t>
            </a:r>
            <a:r>
              <a:rPr lang="en-US" sz="1000" dirty="0">
                <a:latin typeface="Consolas" panose="020B0609020204030204" pitchFamily="49" charset="0"/>
              </a:rPr>
              <a:t>of</a:t>
            </a:r>
            <a:r>
              <a:rPr lang="en-US" sz="1000" b="0" dirty="0">
                <a:effectLst/>
                <a:latin typeface="Consolas" panose="020B0609020204030204" pitchFamily="49" charset="0"/>
              </a:rPr>
              <a:t> ORT Braude college.</a:t>
            </a:r>
          </a:p>
          <a:p>
            <a:r>
              <a:rPr lang="en-US" sz="1000" b="0" dirty="0">
                <a:effectLst/>
                <a:latin typeface="Consolas" panose="020B0609020204030204" pitchFamily="49" charset="0"/>
              </a:rPr>
              <a:t>I thank Vladilen Minin for the ideas used in this project.</a:t>
            </a:r>
          </a:p>
          <a:p>
            <a:endParaRPr lang="en-US" sz="10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0F5D05A-88AC-4A8E-8321-5FBEBDAF635F}"/>
              </a:ext>
            </a:extLst>
          </p:cNvPr>
          <p:cNvSpPr txBox="1">
            <a:spLocks/>
          </p:cNvSpPr>
          <p:nvPr/>
        </p:nvSpPr>
        <p:spPr>
          <a:xfrm>
            <a:off x="3127544" y="2788357"/>
            <a:ext cx="2352350" cy="2953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defTabSz="9144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cap="all" baseline="0">
                <a:effectLst/>
              </a:defRPr>
            </a:lvl1pPr>
            <a:lvl2pPr marL="685800" lvl="1" indent="-228600" defTabSz="9144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b="1" cap="all" baseline="0">
                <a:effectLst/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cap="all" baseline="0">
                <a:effectLst/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cap="all" baseline="0">
                <a:effectLst/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cap="all" baseline="0">
                <a:effectLst/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cap="all" baseline="0">
                <a:effectLst/>
              </a:defRPr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cap="all" baseline="0">
                <a:effectLst/>
              </a:defRPr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cap="all" baseline="0">
                <a:effectLst/>
              </a:defRPr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cap="all" baseline="0">
                <a:effectLst/>
              </a:defRPr>
            </a:lvl9pPr>
          </a:lstStyle>
          <a:p>
            <a:pPr lvl="1"/>
            <a:r>
              <a:rPr lang="en-US" dirty="0"/>
              <a:t>Objects </a:t>
            </a:r>
          </a:p>
          <a:p>
            <a:pPr lvl="1"/>
            <a:r>
              <a:rPr lang="en-US" dirty="0"/>
              <a:t>Functions</a:t>
            </a:r>
          </a:p>
          <a:p>
            <a:pPr lvl="1"/>
            <a:r>
              <a:rPr lang="en-US" dirty="0"/>
              <a:t>Classes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189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CCEC49-4BA6-4C15-82C2-415DD860D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03" y="1906783"/>
            <a:ext cx="6163167" cy="14524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9FAE69-1209-4EED-8604-54A6099B1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660" y="3429000"/>
            <a:ext cx="7513566" cy="2834271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EBFE1F2-5753-48F7-8B58-EA012A6C7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Starting 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87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701196-E96D-437D-BF83-37338A1E2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456095"/>
            <a:ext cx="5294716" cy="1945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1F33BD-D89E-41CC-8CEC-CA60CBFE0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722" y="361066"/>
            <a:ext cx="4258732" cy="5571066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1AD4C61-2F0F-4CD8-A38C-A7E90E8B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Pure HTML version </a:t>
            </a:r>
          </a:p>
        </p:txBody>
      </p:sp>
    </p:spTree>
    <p:extLst>
      <p:ext uri="{BB962C8B-B14F-4D97-AF65-F5344CB8AC3E}">
        <p14:creationId xmlns:p14="http://schemas.microsoft.com/office/powerpoint/2010/main" val="1358918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76F48E-A341-4E1B-AEF9-25B70A1AC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23" y="2288785"/>
            <a:ext cx="5426764" cy="19402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9162DD-674B-4177-B16D-A241F5D1F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23" y="4858408"/>
            <a:ext cx="5426764" cy="1424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EA8E6F-3758-4DA9-BA08-C555913E9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586" y="330611"/>
            <a:ext cx="5113908" cy="606992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0B94E2B-A0B6-46C3-A66E-13B5B6FE9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16" y="618517"/>
            <a:ext cx="10364451" cy="1596177"/>
          </a:xfrm>
        </p:spPr>
        <p:txBody>
          <a:bodyPr/>
          <a:lstStyle/>
          <a:p>
            <a:pPr algn="l"/>
            <a:r>
              <a:rPr lang="en-US" dirty="0"/>
              <a:t>Basic JS-to-HTML Approach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23D31E-3833-4D6C-BF50-3CA90BB991F7}"/>
              </a:ext>
            </a:extLst>
          </p:cNvPr>
          <p:cNvSpPr txBox="1"/>
          <p:nvPr/>
        </p:nvSpPr>
        <p:spPr>
          <a:xfrm>
            <a:off x="358844" y="4458641"/>
            <a:ext cx="4480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Create html and insert in placeholder (div)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A9499E-E393-47AA-B0D7-C41DA7F0076D}"/>
              </a:ext>
            </a:extLst>
          </p:cNvPr>
          <p:cNvSpPr txBox="1"/>
          <p:nvPr/>
        </p:nvSpPr>
        <p:spPr>
          <a:xfrm>
            <a:off x="366203" y="1919453"/>
            <a:ext cx="2891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Create model (data input)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C4054A-DFB6-4EE0-A377-5F6DFB82C2B5}"/>
              </a:ext>
            </a:extLst>
          </p:cNvPr>
          <p:cNvSpPr txBox="1"/>
          <p:nvPr/>
        </p:nvSpPr>
        <p:spPr>
          <a:xfrm>
            <a:off x="8615447" y="710917"/>
            <a:ext cx="2962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Function, creating blocks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21289AB-7B36-44E4-B3B5-042CDA2642E5}"/>
              </a:ext>
            </a:extLst>
          </p:cNvPr>
          <p:cNvSpPr/>
          <p:nvPr/>
        </p:nvSpPr>
        <p:spPr>
          <a:xfrm>
            <a:off x="5957207" y="3071674"/>
            <a:ext cx="659259" cy="719091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37014815-071D-4496-A81F-CD9F66189C69}"/>
              </a:ext>
            </a:extLst>
          </p:cNvPr>
          <p:cNvSpPr/>
          <p:nvPr/>
        </p:nvSpPr>
        <p:spPr>
          <a:xfrm rot="10800000">
            <a:off x="5957205" y="5086058"/>
            <a:ext cx="659260" cy="719091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42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9C9976F-DD6F-445E-ADD2-D1B30706831F}"/>
              </a:ext>
            </a:extLst>
          </p:cNvPr>
          <p:cNvGrpSpPr/>
          <p:nvPr/>
        </p:nvGrpSpPr>
        <p:grpSpPr>
          <a:xfrm>
            <a:off x="553890" y="2396538"/>
            <a:ext cx="5666679" cy="2246769"/>
            <a:chOff x="1042162" y="2403821"/>
            <a:chExt cx="5666679" cy="224676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5525274-FAA8-46BA-8E66-7B3592611E35}"/>
                </a:ext>
              </a:extLst>
            </p:cNvPr>
            <p:cNvSpPr txBox="1"/>
            <p:nvPr/>
          </p:nvSpPr>
          <p:spPr>
            <a:xfrm>
              <a:off x="1042162" y="2403821"/>
              <a:ext cx="5666679" cy="22467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/>
                <a:t>Init NodeJS project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2800" b="1" dirty="0">
                  <a:solidFill>
                    <a:srgbClr val="00B0F0"/>
                  </a:solidFill>
                </a:rPr>
                <a:t>npm init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800" dirty="0"/>
                <a:t>Install Parcel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2800" b="1" dirty="0">
                  <a:solidFill>
                    <a:srgbClr val="00B0F0"/>
                  </a:solidFill>
                </a:rPr>
                <a:t>npm </a:t>
              </a:r>
              <a:r>
                <a:rPr lang="en-US" sz="2800" b="1" dirty="0" err="1">
                  <a:solidFill>
                    <a:srgbClr val="00B0F0"/>
                  </a:solidFill>
                </a:rPr>
                <a:t>i</a:t>
              </a:r>
              <a:r>
                <a:rPr lang="en-US" sz="2800" b="1" dirty="0">
                  <a:solidFill>
                    <a:srgbClr val="00B0F0"/>
                  </a:solidFill>
                </a:rPr>
                <a:t> parcel-bundler –save-dev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28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B0DC990-04F8-4C85-8D3A-1634B8021167}"/>
                </a:ext>
              </a:extLst>
            </p:cNvPr>
            <p:cNvSpPr txBox="1"/>
            <p:nvPr/>
          </p:nvSpPr>
          <p:spPr>
            <a:xfrm>
              <a:off x="1790358" y="4114221"/>
              <a:ext cx="41525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hlinkClick r:id="rId2"/>
                </a:rPr>
                <a:t>https://parceljs.org/getting_started.html</a:t>
              </a:r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6D2834C-4946-428F-B3A3-B34199C27DC8}"/>
              </a:ext>
            </a:extLst>
          </p:cNvPr>
          <p:cNvSpPr txBox="1"/>
          <p:nvPr/>
        </p:nvSpPr>
        <p:spPr>
          <a:xfrm>
            <a:off x="7567791" y="4068535"/>
            <a:ext cx="2162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npm run go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78F888-3EB3-4026-A304-FF8CA3529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529" y="5543564"/>
            <a:ext cx="2752725" cy="36195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745E2468-6866-4905-8A16-69230BB7E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VS Code - server environment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F79E9F3-6590-4357-82CF-E54A5EB6A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8835" y="2453773"/>
            <a:ext cx="5629275" cy="8953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18C1062-8EC2-4B6D-B241-34C779F00151}"/>
              </a:ext>
            </a:extLst>
          </p:cNvPr>
          <p:cNvSpPr txBox="1"/>
          <p:nvPr/>
        </p:nvSpPr>
        <p:spPr>
          <a:xfrm>
            <a:off x="5931570" y="2042451"/>
            <a:ext cx="2891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package.json</a:t>
            </a:r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1100E7E-3C85-4D65-B130-589EBD8ABA0B}"/>
              </a:ext>
            </a:extLst>
          </p:cNvPr>
          <p:cNvSpPr/>
          <p:nvPr/>
        </p:nvSpPr>
        <p:spPr>
          <a:xfrm rot="5400000">
            <a:off x="8319548" y="3515774"/>
            <a:ext cx="659259" cy="719091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A49ECC6-6CF1-420D-84DB-141565B956DB}"/>
              </a:ext>
            </a:extLst>
          </p:cNvPr>
          <p:cNvSpPr/>
          <p:nvPr/>
        </p:nvSpPr>
        <p:spPr>
          <a:xfrm rot="5400000">
            <a:off x="8319549" y="4750473"/>
            <a:ext cx="659259" cy="719091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213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716B0D-A09E-4F0D-8471-9690C83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49" y="3156930"/>
            <a:ext cx="4073957" cy="18909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13ED5C-686F-4536-9DD1-608690D75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178" y="544035"/>
            <a:ext cx="5995453" cy="536224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5210DA0-186B-4CEE-BCBE-D474D003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Import, Export in JS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B42702-E45F-4CB9-93A2-9D564CD4FBB5}"/>
              </a:ext>
            </a:extLst>
          </p:cNvPr>
          <p:cNvSpPr txBox="1"/>
          <p:nvPr/>
        </p:nvSpPr>
        <p:spPr>
          <a:xfrm>
            <a:off x="550749" y="2674055"/>
            <a:ext cx="2891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utils.js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C807599-7325-4996-A6A3-B10180389548}"/>
              </a:ext>
            </a:extLst>
          </p:cNvPr>
          <p:cNvSpPr/>
          <p:nvPr/>
        </p:nvSpPr>
        <p:spPr>
          <a:xfrm>
            <a:off x="4726312" y="3630967"/>
            <a:ext cx="659259" cy="71909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09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56DA41-BB8A-41D3-A73D-81E3AC673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64" y="2054456"/>
            <a:ext cx="4012127" cy="4290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DD4E25-5583-43A2-A291-8CD973165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727" y="2054456"/>
            <a:ext cx="4104692" cy="23670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11F6FC-E2E5-4621-AE3B-4310A6D0E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988" y="4892967"/>
            <a:ext cx="6065481" cy="14524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EEBE3B3-566A-4929-A91B-7AD029CEC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 Classes and inheritance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07286-307D-49AC-83A0-DCA6A154433A}"/>
              </a:ext>
            </a:extLst>
          </p:cNvPr>
          <p:cNvSpPr txBox="1"/>
          <p:nvPr/>
        </p:nvSpPr>
        <p:spPr>
          <a:xfrm>
            <a:off x="658235" y="1675603"/>
            <a:ext cx="2891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Classes for block rendering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71F1F3-2DF8-4144-AB2C-371CEB449D3D}"/>
              </a:ext>
            </a:extLst>
          </p:cNvPr>
          <p:cNvSpPr txBox="1"/>
          <p:nvPr/>
        </p:nvSpPr>
        <p:spPr>
          <a:xfrm>
            <a:off x="6350301" y="1675603"/>
            <a:ext cx="2891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Model with classes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F3A483-9406-4DC9-B697-D9D98093019B}"/>
              </a:ext>
            </a:extLst>
          </p:cNvPr>
          <p:cNvSpPr txBox="1"/>
          <p:nvPr/>
        </p:nvSpPr>
        <p:spPr>
          <a:xfrm>
            <a:off x="5481770" y="4490321"/>
            <a:ext cx="2891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HTML content creation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6F4AA2A-E53B-4227-8545-1760D4E72FFE}"/>
              </a:ext>
            </a:extLst>
          </p:cNvPr>
          <p:cNvSpPr/>
          <p:nvPr/>
        </p:nvSpPr>
        <p:spPr>
          <a:xfrm>
            <a:off x="5257129" y="2791639"/>
            <a:ext cx="659259" cy="71909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8725AE9-86BF-40C2-901F-7E9033C7E304}"/>
              </a:ext>
            </a:extLst>
          </p:cNvPr>
          <p:cNvSpPr/>
          <p:nvPr/>
        </p:nvSpPr>
        <p:spPr>
          <a:xfrm rot="5400000">
            <a:off x="8912573" y="4130775"/>
            <a:ext cx="659259" cy="71909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806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B31F13-16BF-4D8C-9FF4-9BB110B25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99793"/>
            <a:ext cx="5122336" cy="20251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1C701B-FA33-4226-A492-5EC1EF7B3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128" y="4145658"/>
            <a:ext cx="3985106" cy="23394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13E8E6-C3C0-4A03-8BEF-4608EB789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09" y="1958359"/>
            <a:ext cx="4540174" cy="23424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CE55FF-46CB-4490-84CB-DD67BFDC31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495" y="4818654"/>
            <a:ext cx="3113802" cy="164402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BB1214F1-A8BA-403D-8744-545947BAB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Optimization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37B2C5-3736-405F-BA06-EB42E5F765F1}"/>
              </a:ext>
            </a:extLst>
          </p:cNvPr>
          <p:cNvSpPr txBox="1"/>
          <p:nvPr/>
        </p:nvSpPr>
        <p:spPr>
          <a:xfrm>
            <a:off x="551706" y="1631213"/>
            <a:ext cx="2891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site.js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5F70B1-3A34-4743-BBCB-F313646CF012}"/>
              </a:ext>
            </a:extLst>
          </p:cNvPr>
          <p:cNvSpPr txBox="1"/>
          <p:nvPr/>
        </p:nvSpPr>
        <p:spPr>
          <a:xfrm>
            <a:off x="6394692" y="3796648"/>
            <a:ext cx="2891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panel.js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C2A271-E7D7-4B9B-8F7F-D9A35FE96C5B}"/>
              </a:ext>
            </a:extLst>
          </p:cNvPr>
          <p:cNvSpPr txBox="1"/>
          <p:nvPr/>
        </p:nvSpPr>
        <p:spPr>
          <a:xfrm>
            <a:off x="6036110" y="930461"/>
            <a:ext cx="2891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utils.js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FE74C4-ABBA-4B67-BAD1-DD500963B9F8}"/>
              </a:ext>
            </a:extLst>
          </p:cNvPr>
          <p:cNvSpPr txBox="1"/>
          <p:nvPr/>
        </p:nvSpPr>
        <p:spPr>
          <a:xfrm>
            <a:off x="1261403" y="4467078"/>
            <a:ext cx="2891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index.js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E34B1C0-3393-4735-8059-D3C40ECD5A3A}"/>
              </a:ext>
            </a:extLst>
          </p:cNvPr>
          <p:cNvSpPr/>
          <p:nvPr/>
        </p:nvSpPr>
        <p:spPr>
          <a:xfrm rot="10800000">
            <a:off x="5041614" y="5315400"/>
            <a:ext cx="659259" cy="71909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5F85C41-E085-4A91-A7E8-BB78205E788A}"/>
              </a:ext>
            </a:extLst>
          </p:cNvPr>
          <p:cNvSpPr/>
          <p:nvPr/>
        </p:nvSpPr>
        <p:spPr>
          <a:xfrm rot="5400000">
            <a:off x="8258032" y="3359916"/>
            <a:ext cx="659259" cy="71909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7E36BE6-0782-4887-8251-BA14F73A7E04}"/>
              </a:ext>
            </a:extLst>
          </p:cNvPr>
          <p:cNvSpPr/>
          <p:nvPr/>
        </p:nvSpPr>
        <p:spPr>
          <a:xfrm rot="5400000">
            <a:off x="2935322" y="4046353"/>
            <a:ext cx="659259" cy="71909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DAE0AB-ADC0-48A7-9309-56CC06FCA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147" y="3364274"/>
            <a:ext cx="3409950" cy="1619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CCAA30-9E6C-484F-B6A9-124ED7A63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134" y="2214694"/>
            <a:ext cx="4033884" cy="39184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B8C28A-D3AA-4ACB-901B-198DB03229EC}"/>
              </a:ext>
            </a:extLst>
          </p:cNvPr>
          <p:cNvSpPr txBox="1"/>
          <p:nvPr/>
        </p:nvSpPr>
        <p:spPr>
          <a:xfrm>
            <a:off x="6481473" y="2994942"/>
            <a:ext cx="2891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index.js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A94C86D-0F14-44C1-8FAC-5C2ED3AEB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Structure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427C4F-1B1B-4A64-BC6F-E919AB39832E}"/>
              </a:ext>
            </a:extLst>
          </p:cNvPr>
          <p:cNvSpPr txBox="1"/>
          <p:nvPr/>
        </p:nvSpPr>
        <p:spPr>
          <a:xfrm>
            <a:off x="1147473" y="1845362"/>
            <a:ext cx="2891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app.js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E4485DE-9E3D-405B-8F04-D93DB1A5960A}"/>
              </a:ext>
            </a:extLst>
          </p:cNvPr>
          <p:cNvSpPr/>
          <p:nvPr/>
        </p:nvSpPr>
        <p:spPr>
          <a:xfrm>
            <a:off x="5618854" y="3814353"/>
            <a:ext cx="659259" cy="71909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73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BA47-95C6-4FAE-932B-6618484B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at Google Firebase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D318D2-6902-47E1-B431-172012002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075" y="1686357"/>
            <a:ext cx="4457700" cy="42463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1FF110-FA27-4BE6-83B5-D01AF1EE98A9}"/>
              </a:ext>
            </a:extLst>
          </p:cNvPr>
          <p:cNvSpPr txBox="1"/>
          <p:nvPr/>
        </p:nvSpPr>
        <p:spPr>
          <a:xfrm>
            <a:off x="1387802" y="2329469"/>
            <a:ext cx="470819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Create account in </a:t>
            </a:r>
            <a:r>
              <a:rPr lang="en-US" sz="2800" dirty="0">
                <a:hlinkClick r:id="rId3"/>
              </a:rPr>
              <a:t>https://firebase.google.com/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create new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npm install -g firebase-tools*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firebase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firebase init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firebase deploy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559AD-BA42-41EB-8D2E-8216F15D76C4}"/>
              </a:ext>
            </a:extLst>
          </p:cNvPr>
          <p:cNvSpPr txBox="1"/>
          <p:nvPr/>
        </p:nvSpPr>
        <p:spPr>
          <a:xfrm>
            <a:off x="1145311" y="604744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Set-ExecutionPolicy -Scope Process -ExecutionPolicy Bypass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F7B4C1-03DB-4E8F-BAFE-F447602D88C2}"/>
              </a:ext>
            </a:extLst>
          </p:cNvPr>
          <p:cNvSpPr txBox="1"/>
          <p:nvPr/>
        </p:nvSpPr>
        <p:spPr>
          <a:xfrm>
            <a:off x="1080653" y="5748008"/>
            <a:ext cx="470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*onerror use the following command (in console):</a:t>
            </a:r>
          </a:p>
        </p:txBody>
      </p:sp>
    </p:spTree>
    <p:extLst>
      <p:ext uri="{BB962C8B-B14F-4D97-AF65-F5344CB8AC3E}">
        <p14:creationId xmlns:p14="http://schemas.microsoft.com/office/powerpoint/2010/main" val="389060038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481</TotalTime>
  <Words>280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Consolas</vt:lpstr>
      <vt:lpstr>Tw Cen MT</vt:lpstr>
      <vt:lpstr>Droplet</vt:lpstr>
      <vt:lpstr>JavaScript and HTML </vt:lpstr>
      <vt:lpstr>About the presentation</vt:lpstr>
      <vt:lpstr>Starting HTML</vt:lpstr>
      <vt:lpstr>Pure HTML version </vt:lpstr>
      <vt:lpstr>Basic JS-to-HTML Approach</vt:lpstr>
      <vt:lpstr>VS Code - server environment</vt:lpstr>
      <vt:lpstr>Import, Export in JS</vt:lpstr>
      <vt:lpstr>JS Classes and inheritance</vt:lpstr>
      <vt:lpstr>Optimization </vt:lpstr>
      <vt:lpstr>Final Structure</vt:lpstr>
      <vt:lpstr>Deployment at Google Firebase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אלכסנדר קסלמן</dc:creator>
  <cp:lastModifiedBy>אלכסנדר קסלמן</cp:lastModifiedBy>
  <cp:revision>51</cp:revision>
  <dcterms:created xsi:type="dcterms:W3CDTF">2021-03-01T06:08:58Z</dcterms:created>
  <dcterms:modified xsi:type="dcterms:W3CDTF">2021-03-01T14:10:12Z</dcterms:modified>
</cp:coreProperties>
</file>
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6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A311-D35A-4159-B9CF-5C9319AEA08A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ECA4-12C7-419D-BD04-331C5A3D2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240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A311-D35A-4159-B9CF-5C9319AEA08A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87EEECA4-12C7-419D-BD04-331C5A3D2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502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A311-D35A-4159-B9CF-5C9319AEA08A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ECA4-12C7-419D-BD04-331C5A3D2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88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A311-D35A-4159-B9CF-5C9319AEA08A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ECA4-12C7-419D-BD04-331C5A3D2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065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A311-D35A-4159-B9CF-5C9319AEA08A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ECA4-12C7-419D-BD04-331C5A3D2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566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A311-D35A-4159-B9CF-5C9319AEA08A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ECA4-12C7-419D-BD04-331C5A3D2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597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A311-D35A-4159-B9CF-5C9319AEA08A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ECA4-12C7-419D-BD04-331C5A3D2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258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A311-D35A-4159-B9CF-5C9319AEA08A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ECA4-12C7-419D-BD04-331C5A3D2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356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A311-D35A-4159-B9CF-5C9319AEA08A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ECA4-12C7-419D-BD04-331C5A3D2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048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A311-D35A-4159-B9CF-5C9319AEA08A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ECA4-12C7-419D-BD04-331C5A3D2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935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A311-D35A-4159-B9CF-5C9319AEA08A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ECA4-12C7-419D-BD04-331C5A3D2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2455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A311-D35A-4159-B9CF-5C9319AEA08A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ECA4-12C7-419D-BD04-331C5A3D2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6827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A311-D35A-4159-B9CF-5C9319AEA08A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ECA4-12C7-419D-BD04-331C5A3D2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2999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A311-D35A-4159-B9CF-5C9319AEA08A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ECA4-12C7-419D-BD04-331C5A3D2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7031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A311-D35A-4159-B9CF-5C9319AEA08A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ECA4-12C7-419D-BD04-331C5A3D2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1835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A311-D35A-4159-B9CF-5C9319AEA08A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ECA4-12C7-419D-BD04-331C5A3D2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5119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A311-D35A-4159-B9CF-5C9319AEA08A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ECA4-12C7-419D-BD04-331C5A3D2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087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E70A311-D35A-4159-B9CF-5C9319AEA08A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7EEECA4-12C7-419D-BD04-331C5A3D2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613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365DFD-0DC5-48FF-9904-8C6C79581DF8}"/>
              </a:ext>
            </a:extLst>
          </p:cNvPr>
          <p:cNvSpPr/>
          <p:nvPr/>
        </p:nvSpPr>
        <p:spPr>
          <a:xfrm>
            <a:off x="3595458" y="1500327"/>
            <a:ext cx="3586580" cy="23348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 rtl="1"/>
            <a:r>
              <a:rPr lang="he-IL" dirty="0"/>
              <a:t>שם פרטי: 	אנה</a:t>
            </a:r>
          </a:p>
          <a:p>
            <a:pPr algn="r" rtl="1"/>
            <a:r>
              <a:rPr lang="he-IL" dirty="0"/>
              <a:t>שם משפחה: 	ליפקין</a:t>
            </a:r>
          </a:p>
          <a:p>
            <a:pPr algn="r" rtl="1"/>
            <a:r>
              <a:rPr lang="he-IL" dirty="0"/>
              <a:t>גיל: 			25</a:t>
            </a:r>
          </a:p>
          <a:p>
            <a:pPr algn="r" rtl="1"/>
            <a:r>
              <a:rPr lang="he-IL" dirty="0"/>
              <a:t>כתובת:		כרמיאל, רח ערבה 8</a:t>
            </a:r>
          </a:p>
          <a:p>
            <a:pPr algn="r" rtl="1"/>
            <a:r>
              <a:rPr lang="he-IL" dirty="0"/>
              <a:t>טלפון:		050-4445556		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82A1EB-F42B-43DB-B56D-4B3BFA0716AB}"/>
              </a:ext>
            </a:extLst>
          </p:cNvPr>
          <p:cNvSpPr/>
          <p:nvPr/>
        </p:nvSpPr>
        <p:spPr>
          <a:xfrm>
            <a:off x="7334436" y="1500327"/>
            <a:ext cx="1482571" cy="23348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he-IL" dirty="0"/>
              <a:t>אלון כהן</a:t>
            </a:r>
          </a:p>
          <a:p>
            <a:pPr algn="r"/>
            <a:r>
              <a:rPr lang="he-IL" b="1" dirty="0"/>
              <a:t>אנה ליפקין</a:t>
            </a:r>
          </a:p>
          <a:p>
            <a:pPr algn="r"/>
            <a:r>
              <a:rPr lang="he-IL" dirty="0"/>
              <a:t>אחמד שייח</a:t>
            </a:r>
          </a:p>
          <a:p>
            <a:pPr algn="r"/>
            <a:r>
              <a:rPr lang="he-IL" dirty="0"/>
              <a:t>...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FAB15E-F356-4C0C-906D-D5FB058D58A8}"/>
              </a:ext>
            </a:extLst>
          </p:cNvPr>
          <p:cNvSpPr/>
          <p:nvPr/>
        </p:nvSpPr>
        <p:spPr>
          <a:xfrm>
            <a:off x="7334436" y="1811045"/>
            <a:ext cx="1482571" cy="31959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he-IL" b="1"/>
              <a:t>אנה ליפקין</a:t>
            </a:r>
            <a:endParaRPr lang="he-IL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FE59D2-8DE4-48FF-A332-16700A72AABA}"/>
              </a:ext>
            </a:extLst>
          </p:cNvPr>
          <p:cNvSpPr/>
          <p:nvPr/>
        </p:nvSpPr>
        <p:spPr>
          <a:xfrm>
            <a:off x="6249883" y="4039340"/>
            <a:ext cx="932155" cy="31071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שמירה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6ABA2F-B1F9-46B7-AAAA-5953D3F7CFD6}"/>
              </a:ext>
            </a:extLst>
          </p:cNvPr>
          <p:cNvSpPr/>
          <p:nvPr/>
        </p:nvSpPr>
        <p:spPr>
          <a:xfrm>
            <a:off x="5186042" y="4039340"/>
            <a:ext cx="932155" cy="31071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איתחול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EC8099-BB60-464C-9DEB-7D43DD7FBCB3}"/>
              </a:ext>
            </a:extLst>
          </p:cNvPr>
          <p:cNvSpPr txBox="1"/>
          <p:nvPr/>
        </p:nvSpPr>
        <p:spPr>
          <a:xfrm>
            <a:off x="7334436" y="1126235"/>
            <a:ext cx="1491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sz="1400" dirty="0"/>
              <a:t>רשימת הסטודנטים</a:t>
            </a: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4804C2-677E-4636-A3BD-3C0ADEBE15B5}"/>
              </a:ext>
            </a:extLst>
          </p:cNvPr>
          <p:cNvSpPr txBox="1"/>
          <p:nvPr/>
        </p:nvSpPr>
        <p:spPr>
          <a:xfrm>
            <a:off x="6011525" y="1126236"/>
            <a:ext cx="11705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400" dirty="0"/>
              <a:t>כרטיס בטודנט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052305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</TotalTime>
  <Words>47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Corbel</vt:lpstr>
      <vt:lpstr>Parallax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אלכסנדר קסלמן</dc:creator>
  <cp:lastModifiedBy>אלכסנדר קסלמן</cp:lastModifiedBy>
  <cp:revision>2</cp:revision>
  <dcterms:created xsi:type="dcterms:W3CDTF">2021-04-06T17:02:02Z</dcterms:created>
  <dcterms:modified xsi:type="dcterms:W3CDTF">2021-04-06T17:03:24Z</dcterms:modified>
</cp:coreProperties>
</file>
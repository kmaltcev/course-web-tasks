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3" r:id="rId8"/>
    <p:sldId id="264" r:id="rId9"/>
    <p:sldId id="266" r:id="rId10"/>
    <p:sldId id="270" r:id="rId11"/>
    <p:sldId id="267" r:id="rId12"/>
    <p:sldId id="268" r:id="rId13"/>
    <p:sldId id="269" r:id="rId14"/>
    <p:sldId id="271" r:id="rId15"/>
    <p:sldId id="274" r:id="rId16"/>
    <p:sldId id="275" r:id="rId17"/>
    <p:sldId id="276" r:id="rId18"/>
    <p:sldId id="277" r:id="rId19"/>
    <p:sldId id="278" r:id="rId20"/>
    <p:sldId id="279" r:id="rId21"/>
    <p:sldId id="280" r:id="rId22"/>
    <p:sldId id="281" r:id="rId23"/>
    <p:sldId id="282" r:id="rId24"/>
    <p:sldId id="283"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98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3/15/2021</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3/15/2021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3/15/2021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3/15/2021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1D8BD707-D9CF-40AE-B4C6-C98DA3205C09}" type="datetimeFigureOut">
              <a:rPr lang="en-US" smtClean="0"/>
              <a:pPr/>
              <a:t>3/15/2021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3/15/2021</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819400" y="609600"/>
            <a:ext cx="60960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2819400" y="1981200"/>
            <a:ext cx="6096000" cy="4114800"/>
          </a:xfrm>
        </p:spPr>
        <p:txBody>
          <a:bodyPr/>
          <a:lstStyle/>
          <a:p>
            <a:endParaRPr lang="en-GB"/>
          </a:p>
        </p:txBody>
      </p:sp>
      <p:sp>
        <p:nvSpPr>
          <p:cNvPr id="4" name="Date Placeholder 3"/>
          <p:cNvSpPr>
            <a:spLocks noGrp="1"/>
          </p:cNvSpPr>
          <p:nvPr>
            <p:ph type="dt" sz="half" idx="10"/>
          </p:nvPr>
        </p:nvSpPr>
        <p:spPr>
          <a:xfrm>
            <a:off x="304800" y="6248400"/>
            <a:ext cx="1905000" cy="457200"/>
          </a:xfrm>
        </p:spPr>
        <p:txBody>
          <a:bodyPr/>
          <a:lstStyle>
            <a:lvl1pPr>
              <a:defRPr/>
            </a:lvl1pPr>
          </a:lstStyle>
          <a:p>
            <a:endParaRPr lang="ru-RU" altLang="en-US"/>
          </a:p>
        </p:txBody>
      </p:sp>
      <p:sp>
        <p:nvSpPr>
          <p:cNvPr id="5" name="Footer Placeholder 4"/>
          <p:cNvSpPr>
            <a:spLocks noGrp="1"/>
          </p:cNvSpPr>
          <p:nvPr>
            <p:ph type="ftr" sz="quarter" idx="11"/>
          </p:nvPr>
        </p:nvSpPr>
        <p:spPr>
          <a:xfrm>
            <a:off x="3581400" y="6248400"/>
            <a:ext cx="2895600" cy="457200"/>
          </a:xfrm>
        </p:spPr>
        <p:txBody>
          <a:bodyPr/>
          <a:lstStyle>
            <a:lvl1pPr>
              <a:defRPr/>
            </a:lvl1pPr>
          </a:lstStyle>
          <a:p>
            <a:endParaRPr lang="ru-RU" altLang="en-US"/>
          </a:p>
        </p:txBody>
      </p:sp>
      <p:sp>
        <p:nvSpPr>
          <p:cNvPr id="6" name="Slide Number Placeholder 5"/>
          <p:cNvSpPr>
            <a:spLocks noGrp="1"/>
          </p:cNvSpPr>
          <p:nvPr>
            <p:ph type="sldNum" sz="quarter" idx="12"/>
          </p:nvPr>
        </p:nvSpPr>
        <p:spPr>
          <a:xfrm>
            <a:off x="7010400" y="6248400"/>
            <a:ext cx="1905000" cy="457200"/>
          </a:xfrm>
        </p:spPr>
        <p:txBody>
          <a:bodyPr/>
          <a:lstStyle>
            <a:lvl1pPr>
              <a:defRPr/>
            </a:lvl1pPr>
          </a:lstStyle>
          <a:p>
            <a:fld id="{0F9BA838-EC96-4BFD-A46D-06F850FDF23C}" type="slidenum">
              <a:rPr lang="ru-RU" altLang="en-US"/>
              <a:pPr/>
              <a:t>‹#›</a:t>
            </a:fld>
            <a:endParaRPr lang="ru-RU" altLang="en-US"/>
          </a:p>
        </p:txBody>
      </p:sp>
    </p:spTree>
    <p:extLst>
      <p:ext uri="{BB962C8B-B14F-4D97-AF65-F5344CB8AC3E}">
        <p14:creationId xmlns:p14="http://schemas.microsoft.com/office/powerpoint/2010/main" val="37140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4">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3/15/2021</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371600" y="457200"/>
            <a:ext cx="7467600" cy="1143000"/>
          </a:xfrm>
        </p:spPr>
        <p:txBody>
          <a:bodyPr/>
          <a:lstStyle/>
          <a:p>
            <a:r>
              <a:rPr lang="en-US" altLang="en-US" sz="6000">
                <a:latin typeface="Arial" charset="0"/>
              </a:rPr>
              <a:t>Web Technology</a:t>
            </a:r>
            <a:endParaRPr lang="en-US" altLang="en-US"/>
          </a:p>
        </p:txBody>
      </p:sp>
      <p:sp>
        <p:nvSpPr>
          <p:cNvPr id="3075" name="Rectangle 3"/>
          <p:cNvSpPr>
            <a:spLocks noGrp="1" noChangeArrowheads="1"/>
          </p:cNvSpPr>
          <p:nvPr>
            <p:ph type="subTitle" idx="1"/>
          </p:nvPr>
        </p:nvSpPr>
        <p:spPr>
          <a:xfrm>
            <a:off x="3276600" y="2286000"/>
            <a:ext cx="5257800" cy="685800"/>
          </a:xfrm>
        </p:spPr>
        <p:txBody>
          <a:bodyPr>
            <a:normAutofit fontScale="55000" lnSpcReduction="20000"/>
          </a:bodyPr>
          <a:lstStyle/>
          <a:p>
            <a:r>
              <a:rPr lang="en-US" altLang="en-US" sz="3600" dirty="0"/>
              <a:t>Part </a:t>
            </a:r>
            <a:r>
              <a:rPr lang="ru-RU" altLang="en-US" sz="3600" dirty="0"/>
              <a:t>2</a:t>
            </a:r>
            <a:r>
              <a:rPr lang="en-US" altLang="en-US" sz="3600" dirty="0"/>
              <a:t>:  </a:t>
            </a:r>
          </a:p>
          <a:p>
            <a:r>
              <a:rPr lang="en-US" altLang="en-US" sz="3600" b="1" dirty="0">
                <a:solidFill>
                  <a:srgbClr val="003366"/>
                </a:solidFill>
              </a:rPr>
              <a:t>Introduction to front-end development</a:t>
            </a:r>
            <a:endParaRPr kumimoji="0" lang="en-AU" altLang="en-US" sz="3600" b="1" dirty="0">
              <a:solidFill>
                <a:srgbClr val="CC0000"/>
              </a:solidFill>
            </a:endParaRPr>
          </a:p>
        </p:txBody>
      </p:sp>
    </p:spTree>
    <p:extLst>
      <p:ext uri="{BB962C8B-B14F-4D97-AF65-F5344CB8AC3E}">
        <p14:creationId xmlns:p14="http://schemas.microsoft.com/office/powerpoint/2010/main" val="4130025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en-US" altLang="en-US" dirty="0"/>
              <a:t>Hypertext &amp; Visual Browser</a:t>
            </a:r>
          </a:p>
        </p:txBody>
      </p:sp>
      <p:sp>
        <p:nvSpPr>
          <p:cNvPr id="129028" name="Rectangle 4"/>
          <p:cNvSpPr>
            <a:spLocks noChangeArrowheads="1"/>
          </p:cNvSpPr>
          <p:nvPr/>
        </p:nvSpPr>
        <p:spPr bwMode="auto">
          <a:xfrm>
            <a:off x="533401" y="1284652"/>
            <a:ext cx="2895600" cy="166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r>
              <a:rPr lang="en-US" altLang="en-US" sz="1800" b="1" dirty="0">
                <a:solidFill>
                  <a:srgbClr val="FF3300"/>
                </a:solidFill>
                <a:latin typeface="Tahoma" pitchFamily="34" charset="0"/>
                <a:cs typeface="Tahoma" pitchFamily="34" charset="0"/>
              </a:rPr>
              <a:t>hypertext</a:t>
            </a:r>
            <a:r>
              <a:rPr lang="en-US" altLang="en-US" sz="1200" dirty="0">
                <a:latin typeface="Tahoma" pitchFamily="34" charset="0"/>
                <a:cs typeface="Tahoma" pitchFamily="34" charset="0"/>
              </a:rPr>
              <a:t> </a:t>
            </a:r>
          </a:p>
          <a:p>
            <a:pPr lvl="1"/>
            <a:r>
              <a:rPr lang="en-US" altLang="en-US" sz="1400" dirty="0">
                <a:latin typeface="Tahoma" pitchFamily="34" charset="0"/>
                <a:cs typeface="Tahoma" pitchFamily="34" charset="0"/>
              </a:rPr>
              <a:t>A collection of documents containing cross-reference links that can be used </a:t>
            </a:r>
          </a:p>
          <a:p>
            <a:pPr lvl="1"/>
            <a:r>
              <a:rPr lang="en-US" altLang="en-US" sz="1400" dirty="0">
                <a:latin typeface="Tahoma" pitchFamily="34" charset="0"/>
                <a:cs typeface="Tahoma" pitchFamily="34" charset="0"/>
              </a:rPr>
              <a:t>interactively by a user to move immediately from one topic to another. </a:t>
            </a:r>
          </a:p>
        </p:txBody>
      </p:sp>
      <p:grpSp>
        <p:nvGrpSpPr>
          <p:cNvPr id="2" name="Group 1"/>
          <p:cNvGrpSpPr/>
          <p:nvPr/>
        </p:nvGrpSpPr>
        <p:grpSpPr>
          <a:xfrm>
            <a:off x="3506039" y="1570038"/>
            <a:ext cx="5562600" cy="3124200"/>
            <a:chOff x="2514600" y="3124200"/>
            <a:chExt cx="5562600" cy="3124200"/>
          </a:xfrm>
        </p:grpSpPr>
        <p:sp>
          <p:nvSpPr>
            <p:cNvPr id="129029" name="Rectangle 5"/>
            <p:cNvSpPr>
              <a:spLocks noChangeArrowheads="1"/>
            </p:cNvSpPr>
            <p:nvPr/>
          </p:nvSpPr>
          <p:spPr bwMode="auto">
            <a:xfrm>
              <a:off x="2514600" y="3124200"/>
              <a:ext cx="1371600" cy="1524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endParaRPr lang="en-US" altLang="en-US"/>
            </a:p>
          </p:txBody>
        </p:sp>
        <p:sp>
          <p:nvSpPr>
            <p:cNvPr id="129034" name="Text Box 10"/>
            <p:cNvSpPr txBox="1">
              <a:spLocks noChangeArrowheads="1"/>
            </p:cNvSpPr>
            <p:nvPr/>
          </p:nvSpPr>
          <p:spPr bwMode="auto">
            <a:xfrm>
              <a:off x="2819400" y="3200400"/>
              <a:ext cx="679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400" b="1">
                  <a:solidFill>
                    <a:srgbClr val="FF3300"/>
                  </a:solidFill>
                </a:rPr>
                <a:t>Page 1</a:t>
              </a:r>
            </a:p>
          </p:txBody>
        </p:sp>
        <p:sp>
          <p:nvSpPr>
            <p:cNvPr id="129035" name="Text Box 11"/>
            <p:cNvSpPr txBox="1">
              <a:spLocks noChangeArrowheads="1"/>
            </p:cNvSpPr>
            <p:nvPr/>
          </p:nvSpPr>
          <p:spPr bwMode="auto">
            <a:xfrm>
              <a:off x="2895600" y="3779838"/>
              <a:ext cx="59213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200"/>
                <a:t>Page 3</a:t>
              </a:r>
            </a:p>
          </p:txBody>
        </p:sp>
        <p:sp>
          <p:nvSpPr>
            <p:cNvPr id="129036" name="Text Box 12"/>
            <p:cNvSpPr txBox="1">
              <a:spLocks noChangeArrowheads="1"/>
            </p:cNvSpPr>
            <p:nvPr/>
          </p:nvSpPr>
          <p:spPr bwMode="auto">
            <a:xfrm>
              <a:off x="2895600" y="4038600"/>
              <a:ext cx="5921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200"/>
                <a:t>Page 2</a:t>
              </a:r>
            </a:p>
          </p:txBody>
        </p:sp>
        <p:sp>
          <p:nvSpPr>
            <p:cNvPr id="129037" name="Rectangle 13"/>
            <p:cNvSpPr>
              <a:spLocks noChangeArrowheads="1"/>
            </p:cNvSpPr>
            <p:nvPr/>
          </p:nvSpPr>
          <p:spPr bwMode="auto">
            <a:xfrm>
              <a:off x="4572000" y="4724400"/>
              <a:ext cx="1371600" cy="1524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endParaRPr lang="en-US" altLang="en-US"/>
            </a:p>
          </p:txBody>
        </p:sp>
        <p:sp>
          <p:nvSpPr>
            <p:cNvPr id="129038" name="Text Box 14"/>
            <p:cNvSpPr txBox="1">
              <a:spLocks noChangeArrowheads="1"/>
            </p:cNvSpPr>
            <p:nvPr/>
          </p:nvSpPr>
          <p:spPr bwMode="auto">
            <a:xfrm>
              <a:off x="4876800" y="4800600"/>
              <a:ext cx="679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400" b="1">
                  <a:solidFill>
                    <a:srgbClr val="FF3300"/>
                  </a:solidFill>
                </a:rPr>
                <a:t>Page 2</a:t>
              </a:r>
            </a:p>
          </p:txBody>
        </p:sp>
        <p:sp>
          <p:nvSpPr>
            <p:cNvPr id="129039" name="Text Box 15"/>
            <p:cNvSpPr txBox="1">
              <a:spLocks noChangeArrowheads="1"/>
            </p:cNvSpPr>
            <p:nvPr/>
          </p:nvSpPr>
          <p:spPr bwMode="auto">
            <a:xfrm>
              <a:off x="4953000" y="5257800"/>
              <a:ext cx="5921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200"/>
                <a:t>Page 1</a:t>
              </a:r>
            </a:p>
          </p:txBody>
        </p:sp>
        <p:sp>
          <p:nvSpPr>
            <p:cNvPr id="129040" name="Text Box 16"/>
            <p:cNvSpPr txBox="1">
              <a:spLocks noChangeArrowheads="1"/>
            </p:cNvSpPr>
            <p:nvPr/>
          </p:nvSpPr>
          <p:spPr bwMode="auto">
            <a:xfrm>
              <a:off x="4953000" y="5516563"/>
              <a:ext cx="59213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200"/>
                <a:t>Page 3</a:t>
              </a:r>
            </a:p>
          </p:txBody>
        </p:sp>
        <p:sp>
          <p:nvSpPr>
            <p:cNvPr id="129041" name="Rectangle 17"/>
            <p:cNvSpPr>
              <a:spLocks noChangeArrowheads="1"/>
            </p:cNvSpPr>
            <p:nvPr/>
          </p:nvSpPr>
          <p:spPr bwMode="auto">
            <a:xfrm>
              <a:off x="6705600" y="3124200"/>
              <a:ext cx="1371600" cy="1524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endParaRPr lang="en-US" altLang="en-US"/>
            </a:p>
          </p:txBody>
        </p:sp>
        <p:sp>
          <p:nvSpPr>
            <p:cNvPr id="129042" name="Text Box 18"/>
            <p:cNvSpPr txBox="1">
              <a:spLocks noChangeArrowheads="1"/>
            </p:cNvSpPr>
            <p:nvPr/>
          </p:nvSpPr>
          <p:spPr bwMode="auto">
            <a:xfrm>
              <a:off x="7010400" y="3200400"/>
              <a:ext cx="679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400" b="1">
                  <a:solidFill>
                    <a:srgbClr val="FF3300"/>
                  </a:solidFill>
                </a:rPr>
                <a:t>Page 3</a:t>
              </a:r>
            </a:p>
          </p:txBody>
        </p:sp>
        <p:sp>
          <p:nvSpPr>
            <p:cNvPr id="129043" name="Text Box 19"/>
            <p:cNvSpPr txBox="1">
              <a:spLocks noChangeArrowheads="1"/>
            </p:cNvSpPr>
            <p:nvPr/>
          </p:nvSpPr>
          <p:spPr bwMode="auto">
            <a:xfrm>
              <a:off x="7086600" y="3733800"/>
              <a:ext cx="5921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200"/>
                <a:t>Page 1</a:t>
              </a:r>
            </a:p>
          </p:txBody>
        </p:sp>
        <p:sp>
          <p:nvSpPr>
            <p:cNvPr id="129044" name="Text Box 20"/>
            <p:cNvSpPr txBox="1">
              <a:spLocks noChangeArrowheads="1"/>
            </p:cNvSpPr>
            <p:nvPr/>
          </p:nvSpPr>
          <p:spPr bwMode="auto">
            <a:xfrm>
              <a:off x="7086600" y="3992563"/>
              <a:ext cx="59213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200"/>
                <a:t>Page 2</a:t>
              </a:r>
            </a:p>
          </p:txBody>
        </p:sp>
        <p:sp>
          <p:nvSpPr>
            <p:cNvPr id="129045" name="Line 21"/>
            <p:cNvSpPr>
              <a:spLocks noChangeShapeType="1"/>
            </p:cNvSpPr>
            <p:nvPr/>
          </p:nvSpPr>
          <p:spPr bwMode="auto">
            <a:xfrm>
              <a:off x="3505200" y="3962400"/>
              <a:ext cx="3124200" cy="0"/>
            </a:xfrm>
            <a:prstGeom prst="line">
              <a:avLst/>
            </a:prstGeom>
            <a:noFill/>
            <a:ln w="190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cxnSp>
          <p:nvCxnSpPr>
            <p:cNvPr id="129046" name="AutoShape 22"/>
            <p:cNvCxnSpPr>
              <a:cxnSpLocks noChangeShapeType="1"/>
              <a:stCxn id="129036" idx="3"/>
              <a:endCxn id="129037" idx="1"/>
            </p:cNvCxnSpPr>
            <p:nvPr/>
          </p:nvCxnSpPr>
          <p:spPr bwMode="auto">
            <a:xfrm>
              <a:off x="3487738" y="4176713"/>
              <a:ext cx="1084262" cy="1309687"/>
            </a:xfrm>
            <a:prstGeom prst="bentConnector3">
              <a:avLst>
                <a:gd name="adj1" fmla="val 49926"/>
              </a:avLst>
            </a:prstGeom>
            <a:noFill/>
            <a:ln w="19050">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047" name="AutoShape 23"/>
            <p:cNvCxnSpPr>
              <a:cxnSpLocks noChangeShapeType="1"/>
              <a:stCxn id="129040" idx="3"/>
              <a:endCxn id="129041" idx="2"/>
            </p:cNvCxnSpPr>
            <p:nvPr/>
          </p:nvCxnSpPr>
          <p:spPr bwMode="auto">
            <a:xfrm flipV="1">
              <a:off x="5545138" y="4648200"/>
              <a:ext cx="1846262" cy="1006475"/>
            </a:xfrm>
            <a:prstGeom prst="bentConnector2">
              <a:avLst/>
            </a:prstGeom>
            <a:noFill/>
            <a:ln w="19050">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048" name="AutoShape 24"/>
            <p:cNvCxnSpPr>
              <a:cxnSpLocks noChangeShapeType="1"/>
              <a:stCxn id="129039" idx="1"/>
              <a:endCxn id="129029" idx="3"/>
            </p:cNvCxnSpPr>
            <p:nvPr/>
          </p:nvCxnSpPr>
          <p:spPr bwMode="auto">
            <a:xfrm rot="10800000">
              <a:off x="3886200" y="3886200"/>
              <a:ext cx="1066800" cy="1509713"/>
            </a:xfrm>
            <a:prstGeom prst="bentConnector3">
              <a:avLst>
                <a:gd name="adj1" fmla="val 50000"/>
              </a:avLst>
            </a:prstGeom>
            <a:noFill/>
            <a:ln w="19050">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049" name="AutoShape 25"/>
            <p:cNvCxnSpPr>
              <a:cxnSpLocks noChangeShapeType="1"/>
              <a:stCxn id="129043" idx="1"/>
            </p:cNvCxnSpPr>
            <p:nvPr/>
          </p:nvCxnSpPr>
          <p:spPr bwMode="auto">
            <a:xfrm rot="10800000">
              <a:off x="4038600" y="3306763"/>
              <a:ext cx="3048000" cy="565150"/>
            </a:xfrm>
            <a:prstGeom prst="bentConnector3">
              <a:avLst>
                <a:gd name="adj1" fmla="val 60569"/>
              </a:avLst>
            </a:prstGeom>
            <a:noFill/>
            <a:ln w="19050">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050" name="AutoShape 26"/>
            <p:cNvCxnSpPr>
              <a:cxnSpLocks noChangeShapeType="1"/>
              <a:stCxn id="129044" idx="1"/>
              <a:endCxn id="129037" idx="0"/>
            </p:cNvCxnSpPr>
            <p:nvPr/>
          </p:nvCxnSpPr>
          <p:spPr bwMode="auto">
            <a:xfrm rot="10800000" flipV="1">
              <a:off x="5257800" y="4130675"/>
              <a:ext cx="1828800" cy="593725"/>
            </a:xfrm>
            <a:prstGeom prst="bentConnector2">
              <a:avLst/>
            </a:prstGeom>
            <a:noFill/>
            <a:ln w="19050">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9051" name="Rectangle 27"/>
          <p:cNvSpPr>
            <a:spLocks noChangeArrowheads="1"/>
          </p:cNvSpPr>
          <p:nvPr/>
        </p:nvSpPr>
        <p:spPr bwMode="auto">
          <a:xfrm>
            <a:off x="990600" y="2863850"/>
            <a:ext cx="3124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lang="en-US" altLang="en-US" sz="1600" b="1" dirty="0">
                <a:latin typeface="Tahoma" pitchFamily="34" charset="0"/>
                <a:cs typeface="Tahoma" pitchFamily="34" charset="0"/>
              </a:rPr>
              <a:t>Tim Berners-Lee, 1989</a:t>
            </a:r>
            <a:endParaRPr lang="en-US" altLang="en-US" sz="1600" dirty="0">
              <a:latin typeface="Tahoma" pitchFamily="34" charset="0"/>
              <a:cs typeface="Tahoma" pitchFamily="34" charset="0"/>
            </a:endParaRPr>
          </a:p>
        </p:txBody>
      </p:sp>
      <p:sp>
        <p:nvSpPr>
          <p:cNvPr id="129052" name="Rectangle 28"/>
          <p:cNvSpPr>
            <a:spLocks noChangeArrowheads="1"/>
          </p:cNvSpPr>
          <p:nvPr/>
        </p:nvSpPr>
        <p:spPr bwMode="auto">
          <a:xfrm>
            <a:off x="4496639" y="5486400"/>
            <a:ext cx="3276600" cy="894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lang="en-US" altLang="en-US" sz="1200" dirty="0">
                <a:latin typeface="Tahoma" pitchFamily="34" charset="0"/>
                <a:cs typeface="Tahoma" pitchFamily="34" charset="0"/>
              </a:rPr>
              <a:t>First graphic web-browser (MOSAIC) and “mouse click” based hyperlinks</a:t>
            </a:r>
          </a:p>
          <a:p>
            <a:endParaRPr lang="en-US" altLang="en-US" sz="1200" dirty="0">
              <a:latin typeface="Tahoma" pitchFamily="34" charset="0"/>
              <a:cs typeface="Tahoma" pitchFamily="34" charset="0"/>
            </a:endParaRPr>
          </a:p>
          <a:p>
            <a:pPr lvl="1"/>
            <a:r>
              <a:rPr lang="en-US" altLang="en-US" sz="1600" b="1">
                <a:latin typeface="Tahoma" pitchFamily="34" charset="0"/>
                <a:cs typeface="Tahoma" pitchFamily="34" charset="0"/>
              </a:rPr>
              <a:t>Marc </a:t>
            </a:r>
            <a:r>
              <a:rPr lang="en-US" altLang="en-US" sz="1600" b="1" dirty="0">
                <a:latin typeface="Tahoma" pitchFamily="34" charset="0"/>
                <a:cs typeface="Tahoma" pitchFamily="34" charset="0"/>
              </a:rPr>
              <a:t>Andreessen, 1993</a:t>
            </a:r>
          </a:p>
        </p:txBody>
      </p:sp>
      <p:pic>
        <p:nvPicPr>
          <p:cNvPr id="3074" name="Picture 2" descr="NCSA Mosaic 2.7 for Unix"/>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967" y="3730955"/>
            <a:ext cx="3683603" cy="2716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9335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685800" y="609600"/>
            <a:ext cx="8229600" cy="1143000"/>
          </a:xfrm>
        </p:spPr>
        <p:txBody>
          <a:bodyPr>
            <a:normAutofit/>
          </a:bodyPr>
          <a:lstStyle/>
          <a:p>
            <a:r>
              <a:rPr lang="en-US" altLang="en-US" dirty="0"/>
              <a:t>Hypertext Transfer Protocol</a:t>
            </a:r>
          </a:p>
        </p:txBody>
      </p:sp>
      <p:sp>
        <p:nvSpPr>
          <p:cNvPr id="121860" name="Rectangle 4"/>
          <p:cNvSpPr>
            <a:spLocks noChangeArrowheads="1"/>
          </p:cNvSpPr>
          <p:nvPr/>
        </p:nvSpPr>
        <p:spPr bwMode="auto">
          <a:xfrm>
            <a:off x="533400" y="1519189"/>
            <a:ext cx="8077200" cy="771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square" lIns="90000" tIns="46800" rIns="90000" bIns="46800" anchor="ctr">
            <a:spAutoFit/>
          </a:bodyPr>
          <a:lstStyle/>
          <a:p>
            <a:r>
              <a:rPr lang="en-US" altLang="en-US" sz="1800" b="1" dirty="0">
                <a:solidFill>
                  <a:srgbClr val="FF3300"/>
                </a:solidFill>
                <a:latin typeface="Tahoma" pitchFamily="34" charset="0"/>
                <a:cs typeface="Tahoma" pitchFamily="34" charset="0"/>
              </a:rPr>
              <a:t>The</a:t>
            </a:r>
            <a:r>
              <a:rPr lang="en-US" altLang="en-US" sz="1800" b="1" dirty="0">
                <a:solidFill>
                  <a:srgbClr val="CC0000"/>
                </a:solidFill>
                <a:latin typeface="Tahoma" pitchFamily="34" charset="0"/>
                <a:cs typeface="Tahoma" pitchFamily="34" charset="0"/>
              </a:rPr>
              <a:t> </a:t>
            </a:r>
            <a:r>
              <a:rPr lang="en-US" altLang="en-US" sz="1800" b="1" dirty="0">
                <a:solidFill>
                  <a:srgbClr val="FF3300"/>
                </a:solidFill>
                <a:latin typeface="Tahoma" pitchFamily="34" charset="0"/>
                <a:cs typeface="Tahoma" pitchFamily="34" charset="0"/>
              </a:rPr>
              <a:t>Hypertext Transfer Protocol</a:t>
            </a:r>
            <a:r>
              <a:rPr lang="en-US" altLang="en-US" sz="1800" dirty="0">
                <a:solidFill>
                  <a:srgbClr val="FF3300"/>
                </a:solidFill>
                <a:latin typeface="Tahoma" pitchFamily="34" charset="0"/>
                <a:cs typeface="Tahoma" pitchFamily="34" charset="0"/>
              </a:rPr>
              <a:t> </a:t>
            </a:r>
          </a:p>
          <a:p>
            <a:pPr lvl="2"/>
            <a:r>
              <a:rPr lang="en-US" altLang="en-US" sz="1200" dirty="0">
                <a:latin typeface="Tahoma" pitchFamily="34" charset="0"/>
                <a:cs typeface="Tahoma" pitchFamily="34" charset="0"/>
              </a:rPr>
              <a:t>(HTTP) is an application-level protocol for hypermedia information systems. </a:t>
            </a:r>
          </a:p>
          <a:p>
            <a:pPr lvl="2" algn="r"/>
            <a:r>
              <a:rPr lang="en-US" altLang="en-US" sz="1400" b="1" dirty="0">
                <a:latin typeface="Tahoma" pitchFamily="34" charset="0"/>
                <a:cs typeface="Tahoma" pitchFamily="34" charset="0"/>
              </a:rPr>
              <a:t>http://www.w3.org/pub/WWW/Protocols/</a:t>
            </a:r>
          </a:p>
        </p:txBody>
      </p:sp>
      <p:sp>
        <p:nvSpPr>
          <p:cNvPr id="121900" name="Text Box 44"/>
          <p:cNvSpPr txBox="1">
            <a:spLocks noChangeArrowheads="1"/>
          </p:cNvSpPr>
          <p:nvPr/>
        </p:nvSpPr>
        <p:spPr bwMode="auto">
          <a:xfrm>
            <a:off x="228600" y="2362200"/>
            <a:ext cx="21066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a:t>HTTP header</a:t>
            </a:r>
          </a:p>
        </p:txBody>
      </p:sp>
      <p:sp>
        <p:nvSpPr>
          <p:cNvPr id="121903" name="Rectangle 47"/>
          <p:cNvSpPr>
            <a:spLocks noChangeArrowheads="1"/>
          </p:cNvSpPr>
          <p:nvPr/>
        </p:nvSpPr>
        <p:spPr bwMode="auto">
          <a:xfrm>
            <a:off x="688675" y="2819400"/>
            <a:ext cx="4191000" cy="3326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r>
              <a:rPr lang="en-US" altLang="en-US" sz="1050" b="1" dirty="0">
                <a:solidFill>
                  <a:srgbClr val="003366"/>
                </a:solidFill>
              </a:rPr>
              <a:t>CONTENT-ENCODING</a:t>
            </a:r>
            <a:r>
              <a:rPr lang="en-US" altLang="en-US" sz="1050" dirty="0">
                <a:solidFill>
                  <a:srgbClr val="003366"/>
                </a:solidFill>
              </a:rPr>
              <a:t> (29) </a:t>
            </a:r>
          </a:p>
          <a:p>
            <a:pPr lvl="1"/>
            <a:r>
              <a:rPr lang="en-US" altLang="en-US" sz="1050" dirty="0">
                <a:solidFill>
                  <a:srgbClr val="003366"/>
                </a:solidFill>
              </a:rPr>
              <a:t>Any additional content coding that have been applied to the entire resource.</a:t>
            </a:r>
          </a:p>
          <a:p>
            <a:endParaRPr lang="en-US" altLang="en-US" sz="1050" dirty="0">
              <a:solidFill>
                <a:srgbClr val="003366"/>
              </a:solidFill>
            </a:endParaRPr>
          </a:p>
          <a:p>
            <a:r>
              <a:rPr lang="en-US" altLang="en-US" sz="1050" b="1" dirty="0">
                <a:solidFill>
                  <a:srgbClr val="003366"/>
                </a:solidFill>
              </a:rPr>
              <a:t>CONTENT-LENGTH</a:t>
            </a:r>
            <a:r>
              <a:rPr lang="en-US" altLang="en-US" sz="1050" dirty="0">
                <a:solidFill>
                  <a:srgbClr val="003366"/>
                </a:solidFill>
              </a:rPr>
              <a:t> (5) </a:t>
            </a:r>
          </a:p>
          <a:p>
            <a:pPr lvl="1"/>
            <a:r>
              <a:rPr lang="en-US" altLang="en-US" sz="1050" dirty="0">
                <a:solidFill>
                  <a:srgbClr val="003366"/>
                </a:solidFill>
              </a:rPr>
              <a:t>Size of the resource, in bytes.</a:t>
            </a:r>
          </a:p>
          <a:p>
            <a:endParaRPr lang="en-US" altLang="en-US" sz="1050" b="1" dirty="0">
              <a:solidFill>
                <a:srgbClr val="003366"/>
              </a:solidFill>
            </a:endParaRPr>
          </a:p>
          <a:p>
            <a:r>
              <a:rPr lang="en-US" altLang="en-US" sz="1050" b="1" dirty="0">
                <a:solidFill>
                  <a:srgbClr val="003366"/>
                </a:solidFill>
              </a:rPr>
              <a:t>CONTENT-TRANSFER_ENCODING</a:t>
            </a:r>
            <a:r>
              <a:rPr lang="en-US" altLang="en-US" sz="1050" dirty="0">
                <a:solidFill>
                  <a:srgbClr val="003366"/>
                </a:solidFill>
              </a:rPr>
              <a:t> (2) </a:t>
            </a:r>
          </a:p>
          <a:p>
            <a:pPr lvl="1"/>
            <a:r>
              <a:rPr lang="en-US" altLang="en-US" sz="1050" dirty="0">
                <a:solidFill>
                  <a:srgbClr val="003366"/>
                </a:solidFill>
              </a:rPr>
              <a:t>Additional content coding that has been applied to the resource. </a:t>
            </a:r>
          </a:p>
          <a:p>
            <a:pPr lvl="1"/>
            <a:endParaRPr lang="en-US" altLang="en-US" sz="1050" dirty="0">
              <a:solidFill>
                <a:srgbClr val="003366"/>
              </a:solidFill>
            </a:endParaRPr>
          </a:p>
          <a:p>
            <a:r>
              <a:rPr lang="en-US" altLang="en-US" sz="1050" b="1" dirty="0">
                <a:solidFill>
                  <a:srgbClr val="003366"/>
                </a:solidFill>
              </a:rPr>
              <a:t>CONTENT-TYPE</a:t>
            </a:r>
            <a:r>
              <a:rPr lang="en-US" altLang="en-US" sz="1050" dirty="0">
                <a:solidFill>
                  <a:srgbClr val="003366"/>
                </a:solidFill>
              </a:rPr>
              <a:t> (1) </a:t>
            </a:r>
          </a:p>
          <a:p>
            <a:pPr lvl="1"/>
            <a:r>
              <a:rPr lang="en-US" altLang="en-US" sz="1050" dirty="0">
                <a:solidFill>
                  <a:srgbClr val="003366"/>
                </a:solidFill>
              </a:rPr>
              <a:t>Content type of the resource (such as text/html).</a:t>
            </a:r>
          </a:p>
          <a:p>
            <a:pPr lvl="1"/>
            <a:endParaRPr lang="en-US" altLang="en-US" sz="1050" dirty="0">
              <a:solidFill>
                <a:srgbClr val="003366"/>
              </a:solidFill>
            </a:endParaRPr>
          </a:p>
          <a:p>
            <a:r>
              <a:rPr lang="en-US" altLang="en-US" sz="1050" b="1" dirty="0">
                <a:solidFill>
                  <a:srgbClr val="003366"/>
                </a:solidFill>
              </a:rPr>
              <a:t>REQUEST-METHOD</a:t>
            </a:r>
            <a:r>
              <a:rPr lang="en-US" altLang="en-US" sz="1050" dirty="0">
                <a:solidFill>
                  <a:srgbClr val="003366"/>
                </a:solidFill>
              </a:rPr>
              <a:t> (45) </a:t>
            </a:r>
          </a:p>
          <a:p>
            <a:pPr lvl="1"/>
            <a:r>
              <a:rPr lang="en-US" altLang="en-US" sz="1050" dirty="0">
                <a:solidFill>
                  <a:srgbClr val="003366"/>
                </a:solidFill>
              </a:rPr>
              <a:t>Verb that is used in the request, typically GET or POST.</a:t>
            </a:r>
          </a:p>
          <a:p>
            <a:pPr lvl="1"/>
            <a:endParaRPr lang="en-US" altLang="en-US" sz="1050" dirty="0">
              <a:solidFill>
                <a:srgbClr val="003366"/>
              </a:solidFill>
            </a:endParaRPr>
          </a:p>
          <a:p>
            <a:r>
              <a:rPr lang="en-US" altLang="en-US" sz="1050" b="1" dirty="0">
                <a:solidFill>
                  <a:srgbClr val="003366"/>
                </a:solidFill>
              </a:rPr>
              <a:t>STATUS-CODE</a:t>
            </a:r>
            <a:r>
              <a:rPr lang="en-US" altLang="en-US" sz="1050" dirty="0">
                <a:solidFill>
                  <a:srgbClr val="003366"/>
                </a:solidFill>
              </a:rPr>
              <a:t> (19) </a:t>
            </a:r>
          </a:p>
          <a:p>
            <a:pPr lvl="1"/>
            <a:r>
              <a:rPr lang="en-US" altLang="en-US" sz="1050" dirty="0">
                <a:solidFill>
                  <a:srgbClr val="003366"/>
                </a:solidFill>
              </a:rPr>
              <a:t>Status code returned by the server</a:t>
            </a:r>
          </a:p>
          <a:p>
            <a:endParaRPr lang="en-US" altLang="en-US" sz="1050" dirty="0">
              <a:solidFill>
                <a:srgbClr val="003366"/>
              </a:solidFill>
            </a:endParaRPr>
          </a:p>
        </p:txBody>
      </p:sp>
      <p:graphicFrame>
        <p:nvGraphicFramePr>
          <p:cNvPr id="121925" name="Group 69"/>
          <p:cNvGraphicFramePr>
            <a:graphicFrameLocks noGrp="1"/>
          </p:cNvGraphicFramePr>
          <p:nvPr>
            <p:extLst>
              <p:ext uri="{D42A27DB-BD31-4B8C-83A1-F6EECF244321}">
                <p14:modId xmlns:p14="http://schemas.microsoft.com/office/powerpoint/2010/main" val="345901833"/>
              </p:ext>
            </p:extLst>
          </p:nvPr>
        </p:nvGraphicFramePr>
        <p:xfrm>
          <a:off x="5105400" y="3110884"/>
          <a:ext cx="3810000" cy="2743200"/>
        </p:xfrm>
        <a:graphic>
          <a:graphicData uri="http://schemas.openxmlformats.org/drawingml/2006/table">
            <a:tbl>
              <a:tblPr/>
              <a:tblGrid>
                <a:gridCol w="53340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tblGrid>
              <a:tr h="457200">
                <a:tc>
                  <a:txBody>
                    <a:bodyPr/>
                    <a:lstStyle>
                      <a:lvl1pPr>
                        <a:spcBef>
                          <a:spcPct val="20000"/>
                        </a:spcBef>
                        <a:buClr>
                          <a:schemeClr val="hlink"/>
                        </a:buClr>
                        <a:buSzPct val="50000"/>
                        <a:buFont typeface="Monotype Sorts" pitchFamily="2" charset="2"/>
                        <a:defRPr kumimoji="1" sz="2400">
                          <a:solidFill>
                            <a:schemeClr val="tx1"/>
                          </a:solidFill>
                          <a:latin typeface="Arial" charset="0"/>
                        </a:defRPr>
                      </a:lvl1pPr>
                      <a:lvl2pPr>
                        <a:spcBef>
                          <a:spcPct val="20000"/>
                        </a:spcBef>
                        <a:buClr>
                          <a:schemeClr val="tx2"/>
                        </a:buClr>
                        <a:buSzPct val="75000"/>
                        <a:buFont typeface="Monotype Sorts" pitchFamily="2" charset="2"/>
                        <a:defRPr kumimoji="1" sz="2200">
                          <a:solidFill>
                            <a:schemeClr val="tx1"/>
                          </a:solidFill>
                          <a:latin typeface="Arial" charset="0"/>
                        </a:defRPr>
                      </a:lvl2pPr>
                      <a:lvl3pPr>
                        <a:spcBef>
                          <a:spcPct val="20000"/>
                        </a:spcBef>
                        <a:buClr>
                          <a:schemeClr val="hlink"/>
                        </a:buClr>
                        <a:buSzPct val="65000"/>
                        <a:buFont typeface="Monotype Sorts" pitchFamily="2" charset="2"/>
                        <a:defRPr kumimoji="1" sz="2000">
                          <a:solidFill>
                            <a:schemeClr val="tx1"/>
                          </a:solidFill>
                          <a:latin typeface="Arial" charset="0"/>
                        </a:defRPr>
                      </a:lvl3pPr>
                      <a:lvl4pPr>
                        <a:spcBef>
                          <a:spcPct val="20000"/>
                        </a:spcBef>
                        <a:buClr>
                          <a:schemeClr val="tx2"/>
                        </a:buClr>
                        <a:buSzPct val="100000"/>
                        <a:defRPr kumimoji="1">
                          <a:solidFill>
                            <a:schemeClr val="tx1"/>
                          </a:solidFill>
                          <a:latin typeface="Arial" charset="0"/>
                        </a:defRPr>
                      </a:lvl4pPr>
                      <a:lvl5pPr>
                        <a:spcBef>
                          <a:spcPct val="20000"/>
                        </a:spcBef>
                        <a:buClr>
                          <a:schemeClr val="hlink"/>
                        </a:buClr>
                        <a:buSzPct val="100000"/>
                        <a:defRPr kumimoji="1">
                          <a:solidFill>
                            <a:schemeClr val="tx1"/>
                          </a:solidFill>
                          <a:latin typeface="Arial" charset="0"/>
                        </a:defRPr>
                      </a:lvl5pPr>
                      <a:lvl6pPr eaLnBrk="0" fontAlgn="base" hangingPunct="0">
                        <a:spcBef>
                          <a:spcPct val="20000"/>
                        </a:spcBef>
                        <a:spcAft>
                          <a:spcPct val="0"/>
                        </a:spcAft>
                        <a:buClr>
                          <a:schemeClr val="hlink"/>
                        </a:buClr>
                        <a:buSzPct val="100000"/>
                        <a:defRPr kumimoji="1">
                          <a:solidFill>
                            <a:schemeClr val="tx1"/>
                          </a:solidFill>
                          <a:latin typeface="Arial" charset="0"/>
                        </a:defRPr>
                      </a:lvl6pPr>
                      <a:lvl7pPr eaLnBrk="0" fontAlgn="base" hangingPunct="0">
                        <a:spcBef>
                          <a:spcPct val="20000"/>
                        </a:spcBef>
                        <a:spcAft>
                          <a:spcPct val="0"/>
                        </a:spcAft>
                        <a:buClr>
                          <a:schemeClr val="hlink"/>
                        </a:buClr>
                        <a:buSzPct val="100000"/>
                        <a:defRPr kumimoji="1">
                          <a:solidFill>
                            <a:schemeClr val="tx1"/>
                          </a:solidFill>
                          <a:latin typeface="Arial" charset="0"/>
                        </a:defRPr>
                      </a:lvl7pPr>
                      <a:lvl8pPr eaLnBrk="0" fontAlgn="base" hangingPunct="0">
                        <a:spcBef>
                          <a:spcPct val="20000"/>
                        </a:spcBef>
                        <a:spcAft>
                          <a:spcPct val="0"/>
                        </a:spcAft>
                        <a:buClr>
                          <a:schemeClr val="hlink"/>
                        </a:buClr>
                        <a:buSzPct val="100000"/>
                        <a:defRPr kumimoji="1">
                          <a:solidFill>
                            <a:schemeClr val="tx1"/>
                          </a:solidFill>
                          <a:latin typeface="Arial" charset="0"/>
                        </a:defRPr>
                      </a:lvl8pPr>
                      <a:lvl9pPr eaLnBrk="0" fontAlgn="base" hangingPunct="0">
                        <a:spcBef>
                          <a:spcPct val="20000"/>
                        </a:spcBef>
                        <a:spcAft>
                          <a:spcPct val="0"/>
                        </a:spcAft>
                        <a:buClr>
                          <a:schemeClr val="hlink"/>
                        </a:buClr>
                        <a:buSzPct val="10000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3366"/>
                          </a:solidFill>
                          <a:effectLst/>
                          <a:latin typeface="Times New Roman" charset="0"/>
                        </a:rPr>
                        <a:t>200</a:t>
                      </a:r>
                    </a:p>
                  </a:txBody>
                  <a:tcPr marL="90000" marR="90000" marT="46800" marB="46800" anchor="ctr" horzOverflow="overflow">
                    <a:lnL cap="flat">
                      <a:noFill/>
                    </a:lnL>
                    <a:lnR>
                      <a:noFill/>
                    </a:lnR>
                    <a:lnT cap="flat">
                      <a:noFill/>
                    </a:lnT>
                    <a:lnB>
                      <a:noFill/>
                    </a:lnB>
                    <a:lnTlToBr>
                      <a:noFill/>
                    </a:lnTlToBr>
                    <a:lnBlToTr>
                      <a:noFill/>
                    </a:lnBlToTr>
                    <a:noFill/>
                  </a:tcPr>
                </a:tc>
                <a:tc>
                  <a:txBody>
                    <a:bodyPr/>
                    <a:lstStyle>
                      <a:lvl1pPr>
                        <a:spcBef>
                          <a:spcPct val="20000"/>
                        </a:spcBef>
                        <a:buClr>
                          <a:schemeClr val="hlink"/>
                        </a:buClr>
                        <a:buSzPct val="50000"/>
                        <a:buFont typeface="Monotype Sorts" pitchFamily="2" charset="2"/>
                        <a:defRPr kumimoji="1" sz="2400">
                          <a:solidFill>
                            <a:schemeClr val="tx1"/>
                          </a:solidFill>
                          <a:latin typeface="Arial" charset="0"/>
                        </a:defRPr>
                      </a:lvl1pPr>
                      <a:lvl2pPr>
                        <a:spcBef>
                          <a:spcPct val="20000"/>
                        </a:spcBef>
                        <a:buClr>
                          <a:schemeClr val="tx2"/>
                        </a:buClr>
                        <a:buSzPct val="75000"/>
                        <a:buFont typeface="Monotype Sorts" pitchFamily="2" charset="2"/>
                        <a:defRPr kumimoji="1" sz="2200">
                          <a:solidFill>
                            <a:schemeClr val="tx1"/>
                          </a:solidFill>
                          <a:latin typeface="Arial" charset="0"/>
                        </a:defRPr>
                      </a:lvl2pPr>
                      <a:lvl3pPr>
                        <a:spcBef>
                          <a:spcPct val="20000"/>
                        </a:spcBef>
                        <a:buClr>
                          <a:schemeClr val="hlink"/>
                        </a:buClr>
                        <a:buSzPct val="65000"/>
                        <a:buFont typeface="Monotype Sorts" pitchFamily="2" charset="2"/>
                        <a:defRPr kumimoji="1" sz="2000">
                          <a:solidFill>
                            <a:schemeClr val="tx1"/>
                          </a:solidFill>
                          <a:latin typeface="Arial" charset="0"/>
                        </a:defRPr>
                      </a:lvl3pPr>
                      <a:lvl4pPr>
                        <a:spcBef>
                          <a:spcPct val="20000"/>
                        </a:spcBef>
                        <a:buClr>
                          <a:schemeClr val="tx2"/>
                        </a:buClr>
                        <a:buSzPct val="100000"/>
                        <a:defRPr kumimoji="1">
                          <a:solidFill>
                            <a:schemeClr val="tx1"/>
                          </a:solidFill>
                          <a:latin typeface="Arial" charset="0"/>
                        </a:defRPr>
                      </a:lvl4pPr>
                      <a:lvl5pPr>
                        <a:spcBef>
                          <a:spcPct val="20000"/>
                        </a:spcBef>
                        <a:buClr>
                          <a:schemeClr val="hlink"/>
                        </a:buClr>
                        <a:buSzPct val="100000"/>
                        <a:defRPr kumimoji="1">
                          <a:solidFill>
                            <a:schemeClr val="tx1"/>
                          </a:solidFill>
                          <a:latin typeface="Arial" charset="0"/>
                        </a:defRPr>
                      </a:lvl5pPr>
                      <a:lvl6pPr eaLnBrk="0" fontAlgn="base" hangingPunct="0">
                        <a:spcBef>
                          <a:spcPct val="20000"/>
                        </a:spcBef>
                        <a:spcAft>
                          <a:spcPct val="0"/>
                        </a:spcAft>
                        <a:buClr>
                          <a:schemeClr val="hlink"/>
                        </a:buClr>
                        <a:buSzPct val="100000"/>
                        <a:defRPr kumimoji="1">
                          <a:solidFill>
                            <a:schemeClr val="tx1"/>
                          </a:solidFill>
                          <a:latin typeface="Arial" charset="0"/>
                        </a:defRPr>
                      </a:lvl6pPr>
                      <a:lvl7pPr eaLnBrk="0" fontAlgn="base" hangingPunct="0">
                        <a:spcBef>
                          <a:spcPct val="20000"/>
                        </a:spcBef>
                        <a:spcAft>
                          <a:spcPct val="0"/>
                        </a:spcAft>
                        <a:buClr>
                          <a:schemeClr val="hlink"/>
                        </a:buClr>
                        <a:buSzPct val="100000"/>
                        <a:defRPr kumimoji="1">
                          <a:solidFill>
                            <a:schemeClr val="tx1"/>
                          </a:solidFill>
                          <a:latin typeface="Arial" charset="0"/>
                        </a:defRPr>
                      </a:lvl7pPr>
                      <a:lvl8pPr eaLnBrk="0" fontAlgn="base" hangingPunct="0">
                        <a:spcBef>
                          <a:spcPct val="20000"/>
                        </a:spcBef>
                        <a:spcAft>
                          <a:spcPct val="0"/>
                        </a:spcAft>
                        <a:buClr>
                          <a:schemeClr val="hlink"/>
                        </a:buClr>
                        <a:buSzPct val="100000"/>
                        <a:defRPr kumimoji="1">
                          <a:solidFill>
                            <a:schemeClr val="tx1"/>
                          </a:solidFill>
                          <a:latin typeface="Arial" charset="0"/>
                        </a:defRPr>
                      </a:lvl8pPr>
                      <a:lvl9pPr eaLnBrk="0" fontAlgn="base" hangingPunct="0">
                        <a:spcBef>
                          <a:spcPct val="20000"/>
                        </a:spcBef>
                        <a:spcAft>
                          <a:spcPct val="0"/>
                        </a:spcAft>
                        <a:buClr>
                          <a:schemeClr val="hlink"/>
                        </a:buClr>
                        <a:buSzPct val="10000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3366"/>
                          </a:solidFill>
                          <a:effectLst/>
                          <a:latin typeface="Times New Roman" charset="0"/>
                        </a:rPr>
                        <a:t>URL located, transmission follows</a:t>
                      </a:r>
                    </a:p>
                  </a:txBody>
                  <a:tcPr marL="90000" marR="90000" marT="46800" marB="46800" anchor="ct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57200">
                <a:tc>
                  <a:txBody>
                    <a:bodyPr/>
                    <a:lstStyle>
                      <a:lvl1pPr>
                        <a:spcBef>
                          <a:spcPct val="20000"/>
                        </a:spcBef>
                        <a:buClr>
                          <a:schemeClr val="hlink"/>
                        </a:buClr>
                        <a:buSzPct val="50000"/>
                        <a:buFont typeface="Monotype Sorts" pitchFamily="2" charset="2"/>
                        <a:defRPr kumimoji="1" sz="2400">
                          <a:solidFill>
                            <a:schemeClr val="tx1"/>
                          </a:solidFill>
                          <a:latin typeface="Arial" charset="0"/>
                        </a:defRPr>
                      </a:lvl1pPr>
                      <a:lvl2pPr>
                        <a:spcBef>
                          <a:spcPct val="20000"/>
                        </a:spcBef>
                        <a:buClr>
                          <a:schemeClr val="tx2"/>
                        </a:buClr>
                        <a:buSzPct val="75000"/>
                        <a:buFont typeface="Monotype Sorts" pitchFamily="2" charset="2"/>
                        <a:defRPr kumimoji="1" sz="2200">
                          <a:solidFill>
                            <a:schemeClr val="tx1"/>
                          </a:solidFill>
                          <a:latin typeface="Arial" charset="0"/>
                        </a:defRPr>
                      </a:lvl2pPr>
                      <a:lvl3pPr>
                        <a:spcBef>
                          <a:spcPct val="20000"/>
                        </a:spcBef>
                        <a:buClr>
                          <a:schemeClr val="hlink"/>
                        </a:buClr>
                        <a:buSzPct val="65000"/>
                        <a:buFont typeface="Monotype Sorts" pitchFamily="2" charset="2"/>
                        <a:defRPr kumimoji="1" sz="2000">
                          <a:solidFill>
                            <a:schemeClr val="tx1"/>
                          </a:solidFill>
                          <a:latin typeface="Arial" charset="0"/>
                        </a:defRPr>
                      </a:lvl3pPr>
                      <a:lvl4pPr>
                        <a:spcBef>
                          <a:spcPct val="20000"/>
                        </a:spcBef>
                        <a:buClr>
                          <a:schemeClr val="tx2"/>
                        </a:buClr>
                        <a:buSzPct val="100000"/>
                        <a:defRPr kumimoji="1">
                          <a:solidFill>
                            <a:schemeClr val="tx1"/>
                          </a:solidFill>
                          <a:latin typeface="Arial" charset="0"/>
                        </a:defRPr>
                      </a:lvl4pPr>
                      <a:lvl5pPr>
                        <a:spcBef>
                          <a:spcPct val="20000"/>
                        </a:spcBef>
                        <a:buClr>
                          <a:schemeClr val="hlink"/>
                        </a:buClr>
                        <a:buSzPct val="100000"/>
                        <a:defRPr kumimoji="1">
                          <a:solidFill>
                            <a:schemeClr val="tx1"/>
                          </a:solidFill>
                          <a:latin typeface="Arial" charset="0"/>
                        </a:defRPr>
                      </a:lvl5pPr>
                      <a:lvl6pPr eaLnBrk="0" fontAlgn="base" hangingPunct="0">
                        <a:spcBef>
                          <a:spcPct val="20000"/>
                        </a:spcBef>
                        <a:spcAft>
                          <a:spcPct val="0"/>
                        </a:spcAft>
                        <a:buClr>
                          <a:schemeClr val="hlink"/>
                        </a:buClr>
                        <a:buSzPct val="100000"/>
                        <a:defRPr kumimoji="1">
                          <a:solidFill>
                            <a:schemeClr val="tx1"/>
                          </a:solidFill>
                          <a:latin typeface="Arial" charset="0"/>
                        </a:defRPr>
                      </a:lvl6pPr>
                      <a:lvl7pPr eaLnBrk="0" fontAlgn="base" hangingPunct="0">
                        <a:spcBef>
                          <a:spcPct val="20000"/>
                        </a:spcBef>
                        <a:spcAft>
                          <a:spcPct val="0"/>
                        </a:spcAft>
                        <a:buClr>
                          <a:schemeClr val="hlink"/>
                        </a:buClr>
                        <a:buSzPct val="100000"/>
                        <a:defRPr kumimoji="1">
                          <a:solidFill>
                            <a:schemeClr val="tx1"/>
                          </a:solidFill>
                          <a:latin typeface="Arial" charset="0"/>
                        </a:defRPr>
                      </a:lvl7pPr>
                      <a:lvl8pPr eaLnBrk="0" fontAlgn="base" hangingPunct="0">
                        <a:spcBef>
                          <a:spcPct val="20000"/>
                        </a:spcBef>
                        <a:spcAft>
                          <a:spcPct val="0"/>
                        </a:spcAft>
                        <a:buClr>
                          <a:schemeClr val="hlink"/>
                        </a:buClr>
                        <a:buSzPct val="100000"/>
                        <a:defRPr kumimoji="1">
                          <a:solidFill>
                            <a:schemeClr val="tx1"/>
                          </a:solidFill>
                          <a:latin typeface="Arial" charset="0"/>
                        </a:defRPr>
                      </a:lvl8pPr>
                      <a:lvl9pPr eaLnBrk="0" fontAlgn="base" hangingPunct="0">
                        <a:spcBef>
                          <a:spcPct val="20000"/>
                        </a:spcBef>
                        <a:spcAft>
                          <a:spcPct val="0"/>
                        </a:spcAft>
                        <a:buClr>
                          <a:schemeClr val="hlink"/>
                        </a:buClr>
                        <a:buSzPct val="10000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3366"/>
                          </a:solidFill>
                          <a:effectLst/>
                          <a:latin typeface="Times New Roman" charset="0"/>
                        </a:rPr>
                        <a:t>400</a:t>
                      </a:r>
                    </a:p>
                  </a:txBody>
                  <a:tcPr marL="90000" marR="90000" marT="46800" marB="46800" horzOverflow="overflow">
                    <a:lnL cap="flat">
                      <a:noFill/>
                    </a:lnL>
                    <a:lnR>
                      <a:noFill/>
                    </a:lnR>
                    <a:lnT>
                      <a:noFill/>
                    </a:lnT>
                    <a:lnB>
                      <a:noFill/>
                    </a:lnB>
                    <a:lnTlToBr>
                      <a:noFill/>
                    </a:lnTlToBr>
                    <a:lnBlToTr>
                      <a:noFill/>
                    </a:lnBlToTr>
                    <a:noFill/>
                  </a:tcPr>
                </a:tc>
                <a:tc>
                  <a:txBody>
                    <a:bodyPr/>
                    <a:lstStyle>
                      <a:lvl1pPr>
                        <a:spcBef>
                          <a:spcPct val="20000"/>
                        </a:spcBef>
                        <a:buClr>
                          <a:schemeClr val="hlink"/>
                        </a:buClr>
                        <a:buSzPct val="50000"/>
                        <a:buFont typeface="Monotype Sorts" pitchFamily="2" charset="2"/>
                        <a:defRPr kumimoji="1" sz="2400">
                          <a:solidFill>
                            <a:schemeClr val="tx1"/>
                          </a:solidFill>
                          <a:latin typeface="Arial" charset="0"/>
                        </a:defRPr>
                      </a:lvl1pPr>
                      <a:lvl2pPr>
                        <a:spcBef>
                          <a:spcPct val="20000"/>
                        </a:spcBef>
                        <a:buClr>
                          <a:schemeClr val="tx2"/>
                        </a:buClr>
                        <a:buSzPct val="75000"/>
                        <a:buFont typeface="Monotype Sorts" pitchFamily="2" charset="2"/>
                        <a:defRPr kumimoji="1" sz="2200">
                          <a:solidFill>
                            <a:schemeClr val="tx1"/>
                          </a:solidFill>
                          <a:latin typeface="Arial" charset="0"/>
                        </a:defRPr>
                      </a:lvl2pPr>
                      <a:lvl3pPr>
                        <a:spcBef>
                          <a:spcPct val="20000"/>
                        </a:spcBef>
                        <a:buClr>
                          <a:schemeClr val="hlink"/>
                        </a:buClr>
                        <a:buSzPct val="65000"/>
                        <a:buFont typeface="Monotype Sorts" pitchFamily="2" charset="2"/>
                        <a:defRPr kumimoji="1" sz="2000">
                          <a:solidFill>
                            <a:schemeClr val="tx1"/>
                          </a:solidFill>
                          <a:latin typeface="Arial" charset="0"/>
                        </a:defRPr>
                      </a:lvl3pPr>
                      <a:lvl4pPr>
                        <a:spcBef>
                          <a:spcPct val="20000"/>
                        </a:spcBef>
                        <a:buClr>
                          <a:schemeClr val="tx2"/>
                        </a:buClr>
                        <a:buSzPct val="100000"/>
                        <a:defRPr kumimoji="1">
                          <a:solidFill>
                            <a:schemeClr val="tx1"/>
                          </a:solidFill>
                          <a:latin typeface="Arial" charset="0"/>
                        </a:defRPr>
                      </a:lvl4pPr>
                      <a:lvl5pPr>
                        <a:spcBef>
                          <a:spcPct val="20000"/>
                        </a:spcBef>
                        <a:buClr>
                          <a:schemeClr val="hlink"/>
                        </a:buClr>
                        <a:buSzPct val="100000"/>
                        <a:defRPr kumimoji="1">
                          <a:solidFill>
                            <a:schemeClr val="tx1"/>
                          </a:solidFill>
                          <a:latin typeface="Arial" charset="0"/>
                        </a:defRPr>
                      </a:lvl5pPr>
                      <a:lvl6pPr eaLnBrk="0" fontAlgn="base" hangingPunct="0">
                        <a:spcBef>
                          <a:spcPct val="20000"/>
                        </a:spcBef>
                        <a:spcAft>
                          <a:spcPct val="0"/>
                        </a:spcAft>
                        <a:buClr>
                          <a:schemeClr val="hlink"/>
                        </a:buClr>
                        <a:buSzPct val="100000"/>
                        <a:defRPr kumimoji="1">
                          <a:solidFill>
                            <a:schemeClr val="tx1"/>
                          </a:solidFill>
                          <a:latin typeface="Arial" charset="0"/>
                        </a:defRPr>
                      </a:lvl6pPr>
                      <a:lvl7pPr eaLnBrk="0" fontAlgn="base" hangingPunct="0">
                        <a:spcBef>
                          <a:spcPct val="20000"/>
                        </a:spcBef>
                        <a:spcAft>
                          <a:spcPct val="0"/>
                        </a:spcAft>
                        <a:buClr>
                          <a:schemeClr val="hlink"/>
                        </a:buClr>
                        <a:buSzPct val="100000"/>
                        <a:defRPr kumimoji="1">
                          <a:solidFill>
                            <a:schemeClr val="tx1"/>
                          </a:solidFill>
                          <a:latin typeface="Arial" charset="0"/>
                        </a:defRPr>
                      </a:lvl7pPr>
                      <a:lvl8pPr eaLnBrk="0" fontAlgn="base" hangingPunct="0">
                        <a:spcBef>
                          <a:spcPct val="20000"/>
                        </a:spcBef>
                        <a:spcAft>
                          <a:spcPct val="0"/>
                        </a:spcAft>
                        <a:buClr>
                          <a:schemeClr val="hlink"/>
                        </a:buClr>
                        <a:buSzPct val="100000"/>
                        <a:defRPr kumimoji="1">
                          <a:solidFill>
                            <a:schemeClr val="tx1"/>
                          </a:solidFill>
                          <a:latin typeface="Arial" charset="0"/>
                        </a:defRPr>
                      </a:lvl8pPr>
                      <a:lvl9pPr eaLnBrk="0" fontAlgn="base" hangingPunct="0">
                        <a:spcBef>
                          <a:spcPct val="20000"/>
                        </a:spcBef>
                        <a:spcAft>
                          <a:spcPct val="0"/>
                        </a:spcAft>
                        <a:buClr>
                          <a:schemeClr val="hlink"/>
                        </a:buClr>
                        <a:buSzPct val="10000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3366"/>
                          </a:solidFill>
                          <a:effectLst/>
                          <a:latin typeface="Times New Roman" charset="0"/>
                        </a:rPr>
                        <a:t>Unintelligible request</a:t>
                      </a:r>
                    </a:p>
                  </a:txBody>
                  <a:tcPr marL="90000" marR="90000" marT="46800" marB="46800"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57200">
                <a:tc>
                  <a:txBody>
                    <a:bodyPr/>
                    <a:lstStyle>
                      <a:lvl1pPr>
                        <a:spcBef>
                          <a:spcPct val="20000"/>
                        </a:spcBef>
                        <a:buClr>
                          <a:schemeClr val="hlink"/>
                        </a:buClr>
                        <a:buSzPct val="50000"/>
                        <a:buFont typeface="Monotype Sorts" pitchFamily="2" charset="2"/>
                        <a:defRPr kumimoji="1" sz="2400">
                          <a:solidFill>
                            <a:schemeClr val="tx1"/>
                          </a:solidFill>
                          <a:latin typeface="Arial" charset="0"/>
                        </a:defRPr>
                      </a:lvl1pPr>
                      <a:lvl2pPr>
                        <a:spcBef>
                          <a:spcPct val="20000"/>
                        </a:spcBef>
                        <a:buClr>
                          <a:schemeClr val="tx2"/>
                        </a:buClr>
                        <a:buSzPct val="75000"/>
                        <a:buFont typeface="Monotype Sorts" pitchFamily="2" charset="2"/>
                        <a:defRPr kumimoji="1" sz="2200">
                          <a:solidFill>
                            <a:schemeClr val="tx1"/>
                          </a:solidFill>
                          <a:latin typeface="Arial" charset="0"/>
                        </a:defRPr>
                      </a:lvl2pPr>
                      <a:lvl3pPr>
                        <a:spcBef>
                          <a:spcPct val="20000"/>
                        </a:spcBef>
                        <a:buClr>
                          <a:schemeClr val="hlink"/>
                        </a:buClr>
                        <a:buSzPct val="65000"/>
                        <a:buFont typeface="Monotype Sorts" pitchFamily="2" charset="2"/>
                        <a:defRPr kumimoji="1" sz="2000">
                          <a:solidFill>
                            <a:schemeClr val="tx1"/>
                          </a:solidFill>
                          <a:latin typeface="Arial" charset="0"/>
                        </a:defRPr>
                      </a:lvl3pPr>
                      <a:lvl4pPr>
                        <a:spcBef>
                          <a:spcPct val="20000"/>
                        </a:spcBef>
                        <a:buClr>
                          <a:schemeClr val="tx2"/>
                        </a:buClr>
                        <a:buSzPct val="100000"/>
                        <a:defRPr kumimoji="1">
                          <a:solidFill>
                            <a:schemeClr val="tx1"/>
                          </a:solidFill>
                          <a:latin typeface="Arial" charset="0"/>
                        </a:defRPr>
                      </a:lvl4pPr>
                      <a:lvl5pPr>
                        <a:spcBef>
                          <a:spcPct val="20000"/>
                        </a:spcBef>
                        <a:buClr>
                          <a:schemeClr val="hlink"/>
                        </a:buClr>
                        <a:buSzPct val="100000"/>
                        <a:defRPr kumimoji="1">
                          <a:solidFill>
                            <a:schemeClr val="tx1"/>
                          </a:solidFill>
                          <a:latin typeface="Arial" charset="0"/>
                        </a:defRPr>
                      </a:lvl5pPr>
                      <a:lvl6pPr eaLnBrk="0" fontAlgn="base" hangingPunct="0">
                        <a:spcBef>
                          <a:spcPct val="20000"/>
                        </a:spcBef>
                        <a:spcAft>
                          <a:spcPct val="0"/>
                        </a:spcAft>
                        <a:buClr>
                          <a:schemeClr val="hlink"/>
                        </a:buClr>
                        <a:buSzPct val="100000"/>
                        <a:defRPr kumimoji="1">
                          <a:solidFill>
                            <a:schemeClr val="tx1"/>
                          </a:solidFill>
                          <a:latin typeface="Arial" charset="0"/>
                        </a:defRPr>
                      </a:lvl6pPr>
                      <a:lvl7pPr eaLnBrk="0" fontAlgn="base" hangingPunct="0">
                        <a:spcBef>
                          <a:spcPct val="20000"/>
                        </a:spcBef>
                        <a:spcAft>
                          <a:spcPct val="0"/>
                        </a:spcAft>
                        <a:buClr>
                          <a:schemeClr val="hlink"/>
                        </a:buClr>
                        <a:buSzPct val="100000"/>
                        <a:defRPr kumimoji="1">
                          <a:solidFill>
                            <a:schemeClr val="tx1"/>
                          </a:solidFill>
                          <a:latin typeface="Arial" charset="0"/>
                        </a:defRPr>
                      </a:lvl7pPr>
                      <a:lvl8pPr eaLnBrk="0" fontAlgn="base" hangingPunct="0">
                        <a:spcBef>
                          <a:spcPct val="20000"/>
                        </a:spcBef>
                        <a:spcAft>
                          <a:spcPct val="0"/>
                        </a:spcAft>
                        <a:buClr>
                          <a:schemeClr val="hlink"/>
                        </a:buClr>
                        <a:buSzPct val="100000"/>
                        <a:defRPr kumimoji="1">
                          <a:solidFill>
                            <a:schemeClr val="tx1"/>
                          </a:solidFill>
                          <a:latin typeface="Arial" charset="0"/>
                        </a:defRPr>
                      </a:lvl8pPr>
                      <a:lvl9pPr eaLnBrk="0" fontAlgn="base" hangingPunct="0">
                        <a:spcBef>
                          <a:spcPct val="20000"/>
                        </a:spcBef>
                        <a:spcAft>
                          <a:spcPct val="0"/>
                        </a:spcAft>
                        <a:buClr>
                          <a:schemeClr val="hlink"/>
                        </a:buClr>
                        <a:buSzPct val="10000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3366"/>
                          </a:solidFill>
                          <a:effectLst/>
                          <a:latin typeface="Times New Roman" charset="0"/>
                        </a:rPr>
                        <a:t>404</a:t>
                      </a:r>
                    </a:p>
                  </a:txBody>
                  <a:tcPr marL="90000" marR="90000" marT="46800" marB="46800" horzOverflow="overflow">
                    <a:lnL cap="flat">
                      <a:noFill/>
                    </a:lnL>
                    <a:lnR>
                      <a:noFill/>
                    </a:lnR>
                    <a:lnT>
                      <a:noFill/>
                    </a:lnT>
                    <a:lnB>
                      <a:noFill/>
                    </a:lnB>
                    <a:lnTlToBr>
                      <a:noFill/>
                    </a:lnTlToBr>
                    <a:lnBlToTr>
                      <a:noFill/>
                    </a:lnBlToTr>
                    <a:noFill/>
                  </a:tcPr>
                </a:tc>
                <a:tc>
                  <a:txBody>
                    <a:bodyPr/>
                    <a:lstStyle>
                      <a:lvl1pPr>
                        <a:spcBef>
                          <a:spcPct val="20000"/>
                        </a:spcBef>
                        <a:buClr>
                          <a:schemeClr val="hlink"/>
                        </a:buClr>
                        <a:buSzPct val="50000"/>
                        <a:buFont typeface="Monotype Sorts" pitchFamily="2" charset="2"/>
                        <a:defRPr kumimoji="1" sz="2400">
                          <a:solidFill>
                            <a:schemeClr val="tx1"/>
                          </a:solidFill>
                          <a:latin typeface="Arial" charset="0"/>
                        </a:defRPr>
                      </a:lvl1pPr>
                      <a:lvl2pPr>
                        <a:spcBef>
                          <a:spcPct val="20000"/>
                        </a:spcBef>
                        <a:buClr>
                          <a:schemeClr val="tx2"/>
                        </a:buClr>
                        <a:buSzPct val="75000"/>
                        <a:buFont typeface="Monotype Sorts" pitchFamily="2" charset="2"/>
                        <a:defRPr kumimoji="1" sz="2200">
                          <a:solidFill>
                            <a:schemeClr val="tx1"/>
                          </a:solidFill>
                          <a:latin typeface="Arial" charset="0"/>
                        </a:defRPr>
                      </a:lvl2pPr>
                      <a:lvl3pPr>
                        <a:spcBef>
                          <a:spcPct val="20000"/>
                        </a:spcBef>
                        <a:buClr>
                          <a:schemeClr val="hlink"/>
                        </a:buClr>
                        <a:buSzPct val="65000"/>
                        <a:buFont typeface="Monotype Sorts" pitchFamily="2" charset="2"/>
                        <a:defRPr kumimoji="1" sz="2000">
                          <a:solidFill>
                            <a:schemeClr val="tx1"/>
                          </a:solidFill>
                          <a:latin typeface="Arial" charset="0"/>
                        </a:defRPr>
                      </a:lvl3pPr>
                      <a:lvl4pPr>
                        <a:spcBef>
                          <a:spcPct val="20000"/>
                        </a:spcBef>
                        <a:buClr>
                          <a:schemeClr val="tx2"/>
                        </a:buClr>
                        <a:buSzPct val="100000"/>
                        <a:defRPr kumimoji="1">
                          <a:solidFill>
                            <a:schemeClr val="tx1"/>
                          </a:solidFill>
                          <a:latin typeface="Arial" charset="0"/>
                        </a:defRPr>
                      </a:lvl4pPr>
                      <a:lvl5pPr>
                        <a:spcBef>
                          <a:spcPct val="20000"/>
                        </a:spcBef>
                        <a:buClr>
                          <a:schemeClr val="hlink"/>
                        </a:buClr>
                        <a:buSzPct val="100000"/>
                        <a:defRPr kumimoji="1">
                          <a:solidFill>
                            <a:schemeClr val="tx1"/>
                          </a:solidFill>
                          <a:latin typeface="Arial" charset="0"/>
                        </a:defRPr>
                      </a:lvl5pPr>
                      <a:lvl6pPr eaLnBrk="0" fontAlgn="base" hangingPunct="0">
                        <a:spcBef>
                          <a:spcPct val="20000"/>
                        </a:spcBef>
                        <a:spcAft>
                          <a:spcPct val="0"/>
                        </a:spcAft>
                        <a:buClr>
                          <a:schemeClr val="hlink"/>
                        </a:buClr>
                        <a:buSzPct val="100000"/>
                        <a:defRPr kumimoji="1">
                          <a:solidFill>
                            <a:schemeClr val="tx1"/>
                          </a:solidFill>
                          <a:latin typeface="Arial" charset="0"/>
                        </a:defRPr>
                      </a:lvl6pPr>
                      <a:lvl7pPr eaLnBrk="0" fontAlgn="base" hangingPunct="0">
                        <a:spcBef>
                          <a:spcPct val="20000"/>
                        </a:spcBef>
                        <a:spcAft>
                          <a:spcPct val="0"/>
                        </a:spcAft>
                        <a:buClr>
                          <a:schemeClr val="hlink"/>
                        </a:buClr>
                        <a:buSzPct val="100000"/>
                        <a:defRPr kumimoji="1">
                          <a:solidFill>
                            <a:schemeClr val="tx1"/>
                          </a:solidFill>
                          <a:latin typeface="Arial" charset="0"/>
                        </a:defRPr>
                      </a:lvl7pPr>
                      <a:lvl8pPr eaLnBrk="0" fontAlgn="base" hangingPunct="0">
                        <a:spcBef>
                          <a:spcPct val="20000"/>
                        </a:spcBef>
                        <a:spcAft>
                          <a:spcPct val="0"/>
                        </a:spcAft>
                        <a:buClr>
                          <a:schemeClr val="hlink"/>
                        </a:buClr>
                        <a:buSzPct val="100000"/>
                        <a:defRPr kumimoji="1">
                          <a:solidFill>
                            <a:schemeClr val="tx1"/>
                          </a:solidFill>
                          <a:latin typeface="Arial" charset="0"/>
                        </a:defRPr>
                      </a:lvl8pPr>
                      <a:lvl9pPr eaLnBrk="0" fontAlgn="base" hangingPunct="0">
                        <a:spcBef>
                          <a:spcPct val="20000"/>
                        </a:spcBef>
                        <a:spcAft>
                          <a:spcPct val="0"/>
                        </a:spcAft>
                        <a:buClr>
                          <a:schemeClr val="hlink"/>
                        </a:buClr>
                        <a:buSzPct val="10000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3366"/>
                          </a:solidFill>
                          <a:effectLst/>
                          <a:latin typeface="Times New Roman" charset="0"/>
                        </a:rPr>
                        <a:t>Requested URL not found</a:t>
                      </a:r>
                    </a:p>
                  </a:txBody>
                  <a:tcPr marL="90000" marR="90000" marT="46800" marB="46800"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7200">
                <a:tc>
                  <a:txBody>
                    <a:bodyPr/>
                    <a:lstStyle>
                      <a:lvl1pPr>
                        <a:spcBef>
                          <a:spcPct val="20000"/>
                        </a:spcBef>
                        <a:buClr>
                          <a:schemeClr val="hlink"/>
                        </a:buClr>
                        <a:buSzPct val="50000"/>
                        <a:buFont typeface="Monotype Sorts" pitchFamily="2" charset="2"/>
                        <a:defRPr kumimoji="1" sz="2400">
                          <a:solidFill>
                            <a:schemeClr val="tx1"/>
                          </a:solidFill>
                          <a:latin typeface="Arial" charset="0"/>
                        </a:defRPr>
                      </a:lvl1pPr>
                      <a:lvl2pPr>
                        <a:spcBef>
                          <a:spcPct val="20000"/>
                        </a:spcBef>
                        <a:buClr>
                          <a:schemeClr val="tx2"/>
                        </a:buClr>
                        <a:buSzPct val="75000"/>
                        <a:buFont typeface="Monotype Sorts" pitchFamily="2" charset="2"/>
                        <a:defRPr kumimoji="1" sz="2200">
                          <a:solidFill>
                            <a:schemeClr val="tx1"/>
                          </a:solidFill>
                          <a:latin typeface="Arial" charset="0"/>
                        </a:defRPr>
                      </a:lvl2pPr>
                      <a:lvl3pPr>
                        <a:spcBef>
                          <a:spcPct val="20000"/>
                        </a:spcBef>
                        <a:buClr>
                          <a:schemeClr val="hlink"/>
                        </a:buClr>
                        <a:buSzPct val="65000"/>
                        <a:buFont typeface="Monotype Sorts" pitchFamily="2" charset="2"/>
                        <a:defRPr kumimoji="1" sz="2000">
                          <a:solidFill>
                            <a:schemeClr val="tx1"/>
                          </a:solidFill>
                          <a:latin typeface="Arial" charset="0"/>
                        </a:defRPr>
                      </a:lvl3pPr>
                      <a:lvl4pPr>
                        <a:spcBef>
                          <a:spcPct val="20000"/>
                        </a:spcBef>
                        <a:buClr>
                          <a:schemeClr val="tx2"/>
                        </a:buClr>
                        <a:buSzPct val="100000"/>
                        <a:defRPr kumimoji="1">
                          <a:solidFill>
                            <a:schemeClr val="tx1"/>
                          </a:solidFill>
                          <a:latin typeface="Arial" charset="0"/>
                        </a:defRPr>
                      </a:lvl4pPr>
                      <a:lvl5pPr>
                        <a:spcBef>
                          <a:spcPct val="20000"/>
                        </a:spcBef>
                        <a:buClr>
                          <a:schemeClr val="hlink"/>
                        </a:buClr>
                        <a:buSzPct val="100000"/>
                        <a:defRPr kumimoji="1">
                          <a:solidFill>
                            <a:schemeClr val="tx1"/>
                          </a:solidFill>
                          <a:latin typeface="Arial" charset="0"/>
                        </a:defRPr>
                      </a:lvl5pPr>
                      <a:lvl6pPr eaLnBrk="0" fontAlgn="base" hangingPunct="0">
                        <a:spcBef>
                          <a:spcPct val="20000"/>
                        </a:spcBef>
                        <a:spcAft>
                          <a:spcPct val="0"/>
                        </a:spcAft>
                        <a:buClr>
                          <a:schemeClr val="hlink"/>
                        </a:buClr>
                        <a:buSzPct val="100000"/>
                        <a:defRPr kumimoji="1">
                          <a:solidFill>
                            <a:schemeClr val="tx1"/>
                          </a:solidFill>
                          <a:latin typeface="Arial" charset="0"/>
                        </a:defRPr>
                      </a:lvl6pPr>
                      <a:lvl7pPr eaLnBrk="0" fontAlgn="base" hangingPunct="0">
                        <a:spcBef>
                          <a:spcPct val="20000"/>
                        </a:spcBef>
                        <a:spcAft>
                          <a:spcPct val="0"/>
                        </a:spcAft>
                        <a:buClr>
                          <a:schemeClr val="hlink"/>
                        </a:buClr>
                        <a:buSzPct val="100000"/>
                        <a:defRPr kumimoji="1">
                          <a:solidFill>
                            <a:schemeClr val="tx1"/>
                          </a:solidFill>
                          <a:latin typeface="Arial" charset="0"/>
                        </a:defRPr>
                      </a:lvl7pPr>
                      <a:lvl8pPr eaLnBrk="0" fontAlgn="base" hangingPunct="0">
                        <a:spcBef>
                          <a:spcPct val="20000"/>
                        </a:spcBef>
                        <a:spcAft>
                          <a:spcPct val="0"/>
                        </a:spcAft>
                        <a:buClr>
                          <a:schemeClr val="hlink"/>
                        </a:buClr>
                        <a:buSzPct val="100000"/>
                        <a:defRPr kumimoji="1">
                          <a:solidFill>
                            <a:schemeClr val="tx1"/>
                          </a:solidFill>
                          <a:latin typeface="Arial" charset="0"/>
                        </a:defRPr>
                      </a:lvl8pPr>
                      <a:lvl9pPr eaLnBrk="0" fontAlgn="base" hangingPunct="0">
                        <a:spcBef>
                          <a:spcPct val="20000"/>
                        </a:spcBef>
                        <a:spcAft>
                          <a:spcPct val="0"/>
                        </a:spcAft>
                        <a:buClr>
                          <a:schemeClr val="hlink"/>
                        </a:buClr>
                        <a:buSzPct val="10000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3366"/>
                          </a:solidFill>
                          <a:effectLst/>
                          <a:latin typeface="Times New Roman" charset="0"/>
                        </a:rPr>
                        <a:t>405</a:t>
                      </a:r>
                    </a:p>
                  </a:txBody>
                  <a:tcPr marL="90000" marR="90000" marT="46800" marB="46800" horzOverflow="overflow">
                    <a:lnL cap="flat">
                      <a:noFill/>
                    </a:lnL>
                    <a:lnR>
                      <a:noFill/>
                    </a:lnR>
                    <a:lnT>
                      <a:noFill/>
                    </a:lnT>
                    <a:lnB>
                      <a:noFill/>
                    </a:lnB>
                    <a:lnTlToBr>
                      <a:noFill/>
                    </a:lnTlToBr>
                    <a:lnBlToTr>
                      <a:noFill/>
                    </a:lnBlToTr>
                    <a:noFill/>
                  </a:tcPr>
                </a:tc>
                <a:tc>
                  <a:txBody>
                    <a:bodyPr/>
                    <a:lstStyle>
                      <a:lvl1pPr>
                        <a:spcBef>
                          <a:spcPct val="20000"/>
                        </a:spcBef>
                        <a:buClr>
                          <a:schemeClr val="hlink"/>
                        </a:buClr>
                        <a:buSzPct val="50000"/>
                        <a:buFont typeface="Monotype Sorts" pitchFamily="2" charset="2"/>
                        <a:defRPr kumimoji="1" sz="2400">
                          <a:solidFill>
                            <a:schemeClr val="tx1"/>
                          </a:solidFill>
                          <a:latin typeface="Arial" charset="0"/>
                        </a:defRPr>
                      </a:lvl1pPr>
                      <a:lvl2pPr>
                        <a:spcBef>
                          <a:spcPct val="20000"/>
                        </a:spcBef>
                        <a:buClr>
                          <a:schemeClr val="tx2"/>
                        </a:buClr>
                        <a:buSzPct val="75000"/>
                        <a:buFont typeface="Monotype Sorts" pitchFamily="2" charset="2"/>
                        <a:defRPr kumimoji="1" sz="2200">
                          <a:solidFill>
                            <a:schemeClr val="tx1"/>
                          </a:solidFill>
                          <a:latin typeface="Arial" charset="0"/>
                        </a:defRPr>
                      </a:lvl2pPr>
                      <a:lvl3pPr>
                        <a:spcBef>
                          <a:spcPct val="20000"/>
                        </a:spcBef>
                        <a:buClr>
                          <a:schemeClr val="hlink"/>
                        </a:buClr>
                        <a:buSzPct val="65000"/>
                        <a:buFont typeface="Monotype Sorts" pitchFamily="2" charset="2"/>
                        <a:defRPr kumimoji="1" sz="2000">
                          <a:solidFill>
                            <a:schemeClr val="tx1"/>
                          </a:solidFill>
                          <a:latin typeface="Arial" charset="0"/>
                        </a:defRPr>
                      </a:lvl3pPr>
                      <a:lvl4pPr>
                        <a:spcBef>
                          <a:spcPct val="20000"/>
                        </a:spcBef>
                        <a:buClr>
                          <a:schemeClr val="tx2"/>
                        </a:buClr>
                        <a:buSzPct val="100000"/>
                        <a:defRPr kumimoji="1">
                          <a:solidFill>
                            <a:schemeClr val="tx1"/>
                          </a:solidFill>
                          <a:latin typeface="Arial" charset="0"/>
                        </a:defRPr>
                      </a:lvl4pPr>
                      <a:lvl5pPr>
                        <a:spcBef>
                          <a:spcPct val="20000"/>
                        </a:spcBef>
                        <a:buClr>
                          <a:schemeClr val="hlink"/>
                        </a:buClr>
                        <a:buSzPct val="100000"/>
                        <a:defRPr kumimoji="1">
                          <a:solidFill>
                            <a:schemeClr val="tx1"/>
                          </a:solidFill>
                          <a:latin typeface="Arial" charset="0"/>
                        </a:defRPr>
                      </a:lvl5pPr>
                      <a:lvl6pPr eaLnBrk="0" fontAlgn="base" hangingPunct="0">
                        <a:spcBef>
                          <a:spcPct val="20000"/>
                        </a:spcBef>
                        <a:spcAft>
                          <a:spcPct val="0"/>
                        </a:spcAft>
                        <a:buClr>
                          <a:schemeClr val="hlink"/>
                        </a:buClr>
                        <a:buSzPct val="100000"/>
                        <a:defRPr kumimoji="1">
                          <a:solidFill>
                            <a:schemeClr val="tx1"/>
                          </a:solidFill>
                          <a:latin typeface="Arial" charset="0"/>
                        </a:defRPr>
                      </a:lvl6pPr>
                      <a:lvl7pPr eaLnBrk="0" fontAlgn="base" hangingPunct="0">
                        <a:spcBef>
                          <a:spcPct val="20000"/>
                        </a:spcBef>
                        <a:spcAft>
                          <a:spcPct val="0"/>
                        </a:spcAft>
                        <a:buClr>
                          <a:schemeClr val="hlink"/>
                        </a:buClr>
                        <a:buSzPct val="100000"/>
                        <a:defRPr kumimoji="1">
                          <a:solidFill>
                            <a:schemeClr val="tx1"/>
                          </a:solidFill>
                          <a:latin typeface="Arial" charset="0"/>
                        </a:defRPr>
                      </a:lvl7pPr>
                      <a:lvl8pPr eaLnBrk="0" fontAlgn="base" hangingPunct="0">
                        <a:spcBef>
                          <a:spcPct val="20000"/>
                        </a:spcBef>
                        <a:spcAft>
                          <a:spcPct val="0"/>
                        </a:spcAft>
                        <a:buClr>
                          <a:schemeClr val="hlink"/>
                        </a:buClr>
                        <a:buSzPct val="100000"/>
                        <a:defRPr kumimoji="1">
                          <a:solidFill>
                            <a:schemeClr val="tx1"/>
                          </a:solidFill>
                          <a:latin typeface="Arial" charset="0"/>
                        </a:defRPr>
                      </a:lvl8pPr>
                      <a:lvl9pPr eaLnBrk="0" fontAlgn="base" hangingPunct="0">
                        <a:spcBef>
                          <a:spcPct val="20000"/>
                        </a:spcBef>
                        <a:spcAft>
                          <a:spcPct val="0"/>
                        </a:spcAft>
                        <a:buClr>
                          <a:schemeClr val="hlink"/>
                        </a:buClr>
                        <a:buSzPct val="10000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3366"/>
                          </a:solidFill>
                          <a:effectLst/>
                          <a:latin typeface="Times New Roman" charset="0"/>
                        </a:rPr>
                        <a:t>Server does not support requested method</a:t>
                      </a:r>
                    </a:p>
                  </a:txBody>
                  <a:tcPr marL="90000" marR="90000" marT="46800" marB="46800"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7200">
                <a:tc>
                  <a:txBody>
                    <a:bodyPr/>
                    <a:lstStyle>
                      <a:lvl1pPr>
                        <a:spcBef>
                          <a:spcPct val="20000"/>
                        </a:spcBef>
                        <a:buClr>
                          <a:schemeClr val="hlink"/>
                        </a:buClr>
                        <a:buSzPct val="50000"/>
                        <a:buFont typeface="Monotype Sorts" pitchFamily="2" charset="2"/>
                        <a:defRPr kumimoji="1" sz="2400">
                          <a:solidFill>
                            <a:schemeClr val="tx1"/>
                          </a:solidFill>
                          <a:latin typeface="Arial" charset="0"/>
                        </a:defRPr>
                      </a:lvl1pPr>
                      <a:lvl2pPr>
                        <a:spcBef>
                          <a:spcPct val="20000"/>
                        </a:spcBef>
                        <a:buClr>
                          <a:schemeClr val="tx2"/>
                        </a:buClr>
                        <a:buSzPct val="75000"/>
                        <a:buFont typeface="Monotype Sorts" pitchFamily="2" charset="2"/>
                        <a:defRPr kumimoji="1" sz="2200">
                          <a:solidFill>
                            <a:schemeClr val="tx1"/>
                          </a:solidFill>
                          <a:latin typeface="Arial" charset="0"/>
                        </a:defRPr>
                      </a:lvl2pPr>
                      <a:lvl3pPr>
                        <a:spcBef>
                          <a:spcPct val="20000"/>
                        </a:spcBef>
                        <a:buClr>
                          <a:schemeClr val="hlink"/>
                        </a:buClr>
                        <a:buSzPct val="65000"/>
                        <a:buFont typeface="Monotype Sorts" pitchFamily="2" charset="2"/>
                        <a:defRPr kumimoji="1" sz="2000">
                          <a:solidFill>
                            <a:schemeClr val="tx1"/>
                          </a:solidFill>
                          <a:latin typeface="Arial" charset="0"/>
                        </a:defRPr>
                      </a:lvl3pPr>
                      <a:lvl4pPr>
                        <a:spcBef>
                          <a:spcPct val="20000"/>
                        </a:spcBef>
                        <a:buClr>
                          <a:schemeClr val="tx2"/>
                        </a:buClr>
                        <a:buSzPct val="100000"/>
                        <a:defRPr kumimoji="1">
                          <a:solidFill>
                            <a:schemeClr val="tx1"/>
                          </a:solidFill>
                          <a:latin typeface="Arial" charset="0"/>
                        </a:defRPr>
                      </a:lvl4pPr>
                      <a:lvl5pPr>
                        <a:spcBef>
                          <a:spcPct val="20000"/>
                        </a:spcBef>
                        <a:buClr>
                          <a:schemeClr val="hlink"/>
                        </a:buClr>
                        <a:buSzPct val="100000"/>
                        <a:defRPr kumimoji="1">
                          <a:solidFill>
                            <a:schemeClr val="tx1"/>
                          </a:solidFill>
                          <a:latin typeface="Arial" charset="0"/>
                        </a:defRPr>
                      </a:lvl5pPr>
                      <a:lvl6pPr eaLnBrk="0" fontAlgn="base" hangingPunct="0">
                        <a:spcBef>
                          <a:spcPct val="20000"/>
                        </a:spcBef>
                        <a:spcAft>
                          <a:spcPct val="0"/>
                        </a:spcAft>
                        <a:buClr>
                          <a:schemeClr val="hlink"/>
                        </a:buClr>
                        <a:buSzPct val="100000"/>
                        <a:defRPr kumimoji="1">
                          <a:solidFill>
                            <a:schemeClr val="tx1"/>
                          </a:solidFill>
                          <a:latin typeface="Arial" charset="0"/>
                        </a:defRPr>
                      </a:lvl6pPr>
                      <a:lvl7pPr eaLnBrk="0" fontAlgn="base" hangingPunct="0">
                        <a:spcBef>
                          <a:spcPct val="20000"/>
                        </a:spcBef>
                        <a:spcAft>
                          <a:spcPct val="0"/>
                        </a:spcAft>
                        <a:buClr>
                          <a:schemeClr val="hlink"/>
                        </a:buClr>
                        <a:buSzPct val="100000"/>
                        <a:defRPr kumimoji="1">
                          <a:solidFill>
                            <a:schemeClr val="tx1"/>
                          </a:solidFill>
                          <a:latin typeface="Arial" charset="0"/>
                        </a:defRPr>
                      </a:lvl7pPr>
                      <a:lvl8pPr eaLnBrk="0" fontAlgn="base" hangingPunct="0">
                        <a:spcBef>
                          <a:spcPct val="20000"/>
                        </a:spcBef>
                        <a:spcAft>
                          <a:spcPct val="0"/>
                        </a:spcAft>
                        <a:buClr>
                          <a:schemeClr val="hlink"/>
                        </a:buClr>
                        <a:buSzPct val="100000"/>
                        <a:defRPr kumimoji="1">
                          <a:solidFill>
                            <a:schemeClr val="tx1"/>
                          </a:solidFill>
                          <a:latin typeface="Arial" charset="0"/>
                        </a:defRPr>
                      </a:lvl8pPr>
                      <a:lvl9pPr eaLnBrk="0" fontAlgn="base" hangingPunct="0">
                        <a:spcBef>
                          <a:spcPct val="20000"/>
                        </a:spcBef>
                        <a:spcAft>
                          <a:spcPct val="0"/>
                        </a:spcAft>
                        <a:buClr>
                          <a:schemeClr val="hlink"/>
                        </a:buClr>
                        <a:buSzPct val="10000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3366"/>
                          </a:solidFill>
                          <a:effectLst/>
                          <a:latin typeface="Times New Roman" charset="0"/>
                        </a:rPr>
                        <a:t>500</a:t>
                      </a:r>
                    </a:p>
                  </a:txBody>
                  <a:tcPr marL="90000" marR="90000" marT="46800" marB="46800" horzOverflow="overflow">
                    <a:lnL cap="flat">
                      <a:noFill/>
                    </a:lnL>
                    <a:lnR>
                      <a:noFill/>
                    </a:lnR>
                    <a:lnT>
                      <a:noFill/>
                    </a:lnT>
                    <a:lnB>
                      <a:noFill/>
                    </a:lnB>
                    <a:lnTlToBr>
                      <a:noFill/>
                    </a:lnTlToBr>
                    <a:lnBlToTr>
                      <a:noFill/>
                    </a:lnBlToTr>
                    <a:noFill/>
                  </a:tcPr>
                </a:tc>
                <a:tc>
                  <a:txBody>
                    <a:bodyPr/>
                    <a:lstStyle>
                      <a:lvl1pPr>
                        <a:spcBef>
                          <a:spcPct val="20000"/>
                        </a:spcBef>
                        <a:buClr>
                          <a:schemeClr val="hlink"/>
                        </a:buClr>
                        <a:buSzPct val="50000"/>
                        <a:buFont typeface="Monotype Sorts" pitchFamily="2" charset="2"/>
                        <a:defRPr kumimoji="1" sz="2400">
                          <a:solidFill>
                            <a:schemeClr val="tx1"/>
                          </a:solidFill>
                          <a:latin typeface="Arial" charset="0"/>
                        </a:defRPr>
                      </a:lvl1pPr>
                      <a:lvl2pPr>
                        <a:spcBef>
                          <a:spcPct val="20000"/>
                        </a:spcBef>
                        <a:buClr>
                          <a:schemeClr val="tx2"/>
                        </a:buClr>
                        <a:buSzPct val="75000"/>
                        <a:buFont typeface="Monotype Sorts" pitchFamily="2" charset="2"/>
                        <a:defRPr kumimoji="1" sz="2200">
                          <a:solidFill>
                            <a:schemeClr val="tx1"/>
                          </a:solidFill>
                          <a:latin typeface="Arial" charset="0"/>
                        </a:defRPr>
                      </a:lvl2pPr>
                      <a:lvl3pPr>
                        <a:spcBef>
                          <a:spcPct val="20000"/>
                        </a:spcBef>
                        <a:buClr>
                          <a:schemeClr val="hlink"/>
                        </a:buClr>
                        <a:buSzPct val="65000"/>
                        <a:buFont typeface="Monotype Sorts" pitchFamily="2" charset="2"/>
                        <a:defRPr kumimoji="1" sz="2000">
                          <a:solidFill>
                            <a:schemeClr val="tx1"/>
                          </a:solidFill>
                          <a:latin typeface="Arial" charset="0"/>
                        </a:defRPr>
                      </a:lvl3pPr>
                      <a:lvl4pPr>
                        <a:spcBef>
                          <a:spcPct val="20000"/>
                        </a:spcBef>
                        <a:buClr>
                          <a:schemeClr val="tx2"/>
                        </a:buClr>
                        <a:buSzPct val="100000"/>
                        <a:defRPr kumimoji="1">
                          <a:solidFill>
                            <a:schemeClr val="tx1"/>
                          </a:solidFill>
                          <a:latin typeface="Arial" charset="0"/>
                        </a:defRPr>
                      </a:lvl4pPr>
                      <a:lvl5pPr>
                        <a:spcBef>
                          <a:spcPct val="20000"/>
                        </a:spcBef>
                        <a:buClr>
                          <a:schemeClr val="hlink"/>
                        </a:buClr>
                        <a:buSzPct val="100000"/>
                        <a:defRPr kumimoji="1">
                          <a:solidFill>
                            <a:schemeClr val="tx1"/>
                          </a:solidFill>
                          <a:latin typeface="Arial" charset="0"/>
                        </a:defRPr>
                      </a:lvl5pPr>
                      <a:lvl6pPr eaLnBrk="0" fontAlgn="base" hangingPunct="0">
                        <a:spcBef>
                          <a:spcPct val="20000"/>
                        </a:spcBef>
                        <a:spcAft>
                          <a:spcPct val="0"/>
                        </a:spcAft>
                        <a:buClr>
                          <a:schemeClr val="hlink"/>
                        </a:buClr>
                        <a:buSzPct val="100000"/>
                        <a:defRPr kumimoji="1">
                          <a:solidFill>
                            <a:schemeClr val="tx1"/>
                          </a:solidFill>
                          <a:latin typeface="Arial" charset="0"/>
                        </a:defRPr>
                      </a:lvl6pPr>
                      <a:lvl7pPr eaLnBrk="0" fontAlgn="base" hangingPunct="0">
                        <a:spcBef>
                          <a:spcPct val="20000"/>
                        </a:spcBef>
                        <a:spcAft>
                          <a:spcPct val="0"/>
                        </a:spcAft>
                        <a:buClr>
                          <a:schemeClr val="hlink"/>
                        </a:buClr>
                        <a:buSzPct val="100000"/>
                        <a:defRPr kumimoji="1">
                          <a:solidFill>
                            <a:schemeClr val="tx1"/>
                          </a:solidFill>
                          <a:latin typeface="Arial" charset="0"/>
                        </a:defRPr>
                      </a:lvl7pPr>
                      <a:lvl8pPr eaLnBrk="0" fontAlgn="base" hangingPunct="0">
                        <a:spcBef>
                          <a:spcPct val="20000"/>
                        </a:spcBef>
                        <a:spcAft>
                          <a:spcPct val="0"/>
                        </a:spcAft>
                        <a:buClr>
                          <a:schemeClr val="hlink"/>
                        </a:buClr>
                        <a:buSzPct val="100000"/>
                        <a:defRPr kumimoji="1">
                          <a:solidFill>
                            <a:schemeClr val="tx1"/>
                          </a:solidFill>
                          <a:latin typeface="Arial" charset="0"/>
                        </a:defRPr>
                      </a:lvl8pPr>
                      <a:lvl9pPr eaLnBrk="0" fontAlgn="base" hangingPunct="0">
                        <a:spcBef>
                          <a:spcPct val="20000"/>
                        </a:spcBef>
                        <a:spcAft>
                          <a:spcPct val="0"/>
                        </a:spcAft>
                        <a:buClr>
                          <a:schemeClr val="hlink"/>
                        </a:buClr>
                        <a:buSzPct val="10000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3366"/>
                          </a:solidFill>
                          <a:effectLst/>
                          <a:latin typeface="Times New Roman" charset="0"/>
                        </a:rPr>
                        <a:t>Unknown server error</a:t>
                      </a:r>
                    </a:p>
                  </a:txBody>
                  <a:tcPr marL="90000" marR="90000" marT="46800" marB="46800"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57200">
                <a:tc>
                  <a:txBody>
                    <a:bodyPr/>
                    <a:lstStyle>
                      <a:lvl1pPr>
                        <a:spcBef>
                          <a:spcPct val="20000"/>
                        </a:spcBef>
                        <a:buClr>
                          <a:schemeClr val="hlink"/>
                        </a:buClr>
                        <a:buSzPct val="50000"/>
                        <a:buFont typeface="Monotype Sorts" pitchFamily="2" charset="2"/>
                        <a:defRPr kumimoji="1" sz="2400">
                          <a:solidFill>
                            <a:schemeClr val="tx1"/>
                          </a:solidFill>
                          <a:latin typeface="Arial" charset="0"/>
                        </a:defRPr>
                      </a:lvl1pPr>
                      <a:lvl2pPr>
                        <a:spcBef>
                          <a:spcPct val="20000"/>
                        </a:spcBef>
                        <a:buClr>
                          <a:schemeClr val="tx2"/>
                        </a:buClr>
                        <a:buSzPct val="75000"/>
                        <a:buFont typeface="Monotype Sorts" pitchFamily="2" charset="2"/>
                        <a:defRPr kumimoji="1" sz="2200">
                          <a:solidFill>
                            <a:schemeClr val="tx1"/>
                          </a:solidFill>
                          <a:latin typeface="Arial" charset="0"/>
                        </a:defRPr>
                      </a:lvl2pPr>
                      <a:lvl3pPr>
                        <a:spcBef>
                          <a:spcPct val="20000"/>
                        </a:spcBef>
                        <a:buClr>
                          <a:schemeClr val="hlink"/>
                        </a:buClr>
                        <a:buSzPct val="65000"/>
                        <a:buFont typeface="Monotype Sorts" pitchFamily="2" charset="2"/>
                        <a:defRPr kumimoji="1" sz="2000">
                          <a:solidFill>
                            <a:schemeClr val="tx1"/>
                          </a:solidFill>
                          <a:latin typeface="Arial" charset="0"/>
                        </a:defRPr>
                      </a:lvl3pPr>
                      <a:lvl4pPr>
                        <a:spcBef>
                          <a:spcPct val="20000"/>
                        </a:spcBef>
                        <a:buClr>
                          <a:schemeClr val="tx2"/>
                        </a:buClr>
                        <a:buSzPct val="100000"/>
                        <a:defRPr kumimoji="1">
                          <a:solidFill>
                            <a:schemeClr val="tx1"/>
                          </a:solidFill>
                          <a:latin typeface="Arial" charset="0"/>
                        </a:defRPr>
                      </a:lvl4pPr>
                      <a:lvl5pPr>
                        <a:spcBef>
                          <a:spcPct val="20000"/>
                        </a:spcBef>
                        <a:buClr>
                          <a:schemeClr val="hlink"/>
                        </a:buClr>
                        <a:buSzPct val="100000"/>
                        <a:defRPr kumimoji="1">
                          <a:solidFill>
                            <a:schemeClr val="tx1"/>
                          </a:solidFill>
                          <a:latin typeface="Arial" charset="0"/>
                        </a:defRPr>
                      </a:lvl5pPr>
                      <a:lvl6pPr eaLnBrk="0" fontAlgn="base" hangingPunct="0">
                        <a:spcBef>
                          <a:spcPct val="20000"/>
                        </a:spcBef>
                        <a:spcAft>
                          <a:spcPct val="0"/>
                        </a:spcAft>
                        <a:buClr>
                          <a:schemeClr val="hlink"/>
                        </a:buClr>
                        <a:buSzPct val="100000"/>
                        <a:defRPr kumimoji="1">
                          <a:solidFill>
                            <a:schemeClr val="tx1"/>
                          </a:solidFill>
                          <a:latin typeface="Arial" charset="0"/>
                        </a:defRPr>
                      </a:lvl6pPr>
                      <a:lvl7pPr eaLnBrk="0" fontAlgn="base" hangingPunct="0">
                        <a:spcBef>
                          <a:spcPct val="20000"/>
                        </a:spcBef>
                        <a:spcAft>
                          <a:spcPct val="0"/>
                        </a:spcAft>
                        <a:buClr>
                          <a:schemeClr val="hlink"/>
                        </a:buClr>
                        <a:buSzPct val="100000"/>
                        <a:defRPr kumimoji="1">
                          <a:solidFill>
                            <a:schemeClr val="tx1"/>
                          </a:solidFill>
                          <a:latin typeface="Arial" charset="0"/>
                        </a:defRPr>
                      </a:lvl7pPr>
                      <a:lvl8pPr eaLnBrk="0" fontAlgn="base" hangingPunct="0">
                        <a:spcBef>
                          <a:spcPct val="20000"/>
                        </a:spcBef>
                        <a:spcAft>
                          <a:spcPct val="0"/>
                        </a:spcAft>
                        <a:buClr>
                          <a:schemeClr val="hlink"/>
                        </a:buClr>
                        <a:buSzPct val="100000"/>
                        <a:defRPr kumimoji="1">
                          <a:solidFill>
                            <a:schemeClr val="tx1"/>
                          </a:solidFill>
                          <a:latin typeface="Arial" charset="0"/>
                        </a:defRPr>
                      </a:lvl8pPr>
                      <a:lvl9pPr eaLnBrk="0" fontAlgn="base" hangingPunct="0">
                        <a:spcBef>
                          <a:spcPct val="20000"/>
                        </a:spcBef>
                        <a:spcAft>
                          <a:spcPct val="0"/>
                        </a:spcAft>
                        <a:buClr>
                          <a:schemeClr val="hlink"/>
                        </a:buClr>
                        <a:buSzPct val="10000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3366"/>
                          </a:solidFill>
                          <a:effectLst/>
                          <a:latin typeface="Times New Roman" charset="0"/>
                        </a:rPr>
                        <a:t>503</a:t>
                      </a:r>
                    </a:p>
                  </a:txBody>
                  <a:tcPr marL="90000" marR="90000" marT="46800" marB="46800" horzOverflow="overflow">
                    <a:lnL cap="flat">
                      <a:noFill/>
                    </a:lnL>
                    <a:lnR>
                      <a:noFill/>
                    </a:lnR>
                    <a:lnT>
                      <a:noFill/>
                    </a:lnT>
                    <a:lnB cap="flat">
                      <a:noFill/>
                    </a:lnB>
                    <a:lnTlToBr>
                      <a:noFill/>
                    </a:lnTlToBr>
                    <a:lnBlToTr>
                      <a:noFill/>
                    </a:lnBlToTr>
                    <a:noFill/>
                  </a:tcPr>
                </a:tc>
                <a:tc>
                  <a:txBody>
                    <a:bodyPr/>
                    <a:lstStyle>
                      <a:lvl1pPr>
                        <a:spcBef>
                          <a:spcPct val="20000"/>
                        </a:spcBef>
                        <a:buClr>
                          <a:schemeClr val="hlink"/>
                        </a:buClr>
                        <a:buSzPct val="50000"/>
                        <a:buFont typeface="Monotype Sorts" pitchFamily="2" charset="2"/>
                        <a:defRPr kumimoji="1" sz="2400">
                          <a:solidFill>
                            <a:schemeClr val="tx1"/>
                          </a:solidFill>
                          <a:latin typeface="Arial" charset="0"/>
                        </a:defRPr>
                      </a:lvl1pPr>
                      <a:lvl2pPr>
                        <a:spcBef>
                          <a:spcPct val="20000"/>
                        </a:spcBef>
                        <a:buClr>
                          <a:schemeClr val="tx2"/>
                        </a:buClr>
                        <a:buSzPct val="75000"/>
                        <a:buFont typeface="Monotype Sorts" pitchFamily="2" charset="2"/>
                        <a:defRPr kumimoji="1" sz="2200">
                          <a:solidFill>
                            <a:schemeClr val="tx1"/>
                          </a:solidFill>
                          <a:latin typeface="Arial" charset="0"/>
                        </a:defRPr>
                      </a:lvl2pPr>
                      <a:lvl3pPr>
                        <a:spcBef>
                          <a:spcPct val="20000"/>
                        </a:spcBef>
                        <a:buClr>
                          <a:schemeClr val="hlink"/>
                        </a:buClr>
                        <a:buSzPct val="65000"/>
                        <a:buFont typeface="Monotype Sorts" pitchFamily="2" charset="2"/>
                        <a:defRPr kumimoji="1" sz="2000">
                          <a:solidFill>
                            <a:schemeClr val="tx1"/>
                          </a:solidFill>
                          <a:latin typeface="Arial" charset="0"/>
                        </a:defRPr>
                      </a:lvl3pPr>
                      <a:lvl4pPr>
                        <a:spcBef>
                          <a:spcPct val="20000"/>
                        </a:spcBef>
                        <a:buClr>
                          <a:schemeClr val="tx2"/>
                        </a:buClr>
                        <a:buSzPct val="100000"/>
                        <a:defRPr kumimoji="1">
                          <a:solidFill>
                            <a:schemeClr val="tx1"/>
                          </a:solidFill>
                          <a:latin typeface="Arial" charset="0"/>
                        </a:defRPr>
                      </a:lvl4pPr>
                      <a:lvl5pPr>
                        <a:spcBef>
                          <a:spcPct val="20000"/>
                        </a:spcBef>
                        <a:buClr>
                          <a:schemeClr val="hlink"/>
                        </a:buClr>
                        <a:buSzPct val="100000"/>
                        <a:defRPr kumimoji="1">
                          <a:solidFill>
                            <a:schemeClr val="tx1"/>
                          </a:solidFill>
                          <a:latin typeface="Arial" charset="0"/>
                        </a:defRPr>
                      </a:lvl5pPr>
                      <a:lvl6pPr eaLnBrk="0" fontAlgn="base" hangingPunct="0">
                        <a:spcBef>
                          <a:spcPct val="20000"/>
                        </a:spcBef>
                        <a:spcAft>
                          <a:spcPct val="0"/>
                        </a:spcAft>
                        <a:buClr>
                          <a:schemeClr val="hlink"/>
                        </a:buClr>
                        <a:buSzPct val="100000"/>
                        <a:defRPr kumimoji="1">
                          <a:solidFill>
                            <a:schemeClr val="tx1"/>
                          </a:solidFill>
                          <a:latin typeface="Arial" charset="0"/>
                        </a:defRPr>
                      </a:lvl6pPr>
                      <a:lvl7pPr eaLnBrk="0" fontAlgn="base" hangingPunct="0">
                        <a:spcBef>
                          <a:spcPct val="20000"/>
                        </a:spcBef>
                        <a:spcAft>
                          <a:spcPct val="0"/>
                        </a:spcAft>
                        <a:buClr>
                          <a:schemeClr val="hlink"/>
                        </a:buClr>
                        <a:buSzPct val="100000"/>
                        <a:defRPr kumimoji="1">
                          <a:solidFill>
                            <a:schemeClr val="tx1"/>
                          </a:solidFill>
                          <a:latin typeface="Arial" charset="0"/>
                        </a:defRPr>
                      </a:lvl7pPr>
                      <a:lvl8pPr eaLnBrk="0" fontAlgn="base" hangingPunct="0">
                        <a:spcBef>
                          <a:spcPct val="20000"/>
                        </a:spcBef>
                        <a:spcAft>
                          <a:spcPct val="0"/>
                        </a:spcAft>
                        <a:buClr>
                          <a:schemeClr val="hlink"/>
                        </a:buClr>
                        <a:buSzPct val="100000"/>
                        <a:defRPr kumimoji="1">
                          <a:solidFill>
                            <a:schemeClr val="tx1"/>
                          </a:solidFill>
                          <a:latin typeface="Arial" charset="0"/>
                        </a:defRPr>
                      </a:lvl8pPr>
                      <a:lvl9pPr eaLnBrk="0" fontAlgn="base" hangingPunct="0">
                        <a:spcBef>
                          <a:spcPct val="20000"/>
                        </a:spcBef>
                        <a:spcAft>
                          <a:spcPct val="0"/>
                        </a:spcAft>
                        <a:buClr>
                          <a:schemeClr val="hlink"/>
                        </a:buClr>
                        <a:buSzPct val="10000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3366"/>
                          </a:solidFill>
                          <a:effectLst/>
                          <a:latin typeface="Times New Roman" charset="0"/>
                        </a:rPr>
                        <a:t>Service unavailable</a:t>
                      </a:r>
                    </a:p>
                  </a:txBody>
                  <a:tcPr marL="90000" marR="90000" marT="46800" marB="46800"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21922" name="Text Box 66"/>
          <p:cNvSpPr txBox="1">
            <a:spLocks noChangeArrowheads="1"/>
          </p:cNvSpPr>
          <p:nvPr/>
        </p:nvSpPr>
        <p:spPr bwMode="auto">
          <a:xfrm>
            <a:off x="4876800" y="2641794"/>
            <a:ext cx="29067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dirty="0"/>
              <a:t>HTTP return codes</a:t>
            </a:r>
          </a:p>
        </p:txBody>
      </p:sp>
    </p:spTree>
    <p:extLst>
      <p:ext uri="{BB962C8B-B14F-4D97-AF65-F5344CB8AC3E}">
        <p14:creationId xmlns:p14="http://schemas.microsoft.com/office/powerpoint/2010/main" val="407019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1026"/>
          <p:cNvSpPr>
            <a:spLocks noGrp="1" noChangeArrowheads="1"/>
          </p:cNvSpPr>
          <p:nvPr>
            <p:ph type="title"/>
          </p:nvPr>
        </p:nvSpPr>
        <p:spPr/>
        <p:txBody>
          <a:bodyPr/>
          <a:lstStyle/>
          <a:p>
            <a:r>
              <a:rPr lang="en-US" altLang="en-US"/>
              <a:t>HTML, DHTML, CSS</a:t>
            </a:r>
          </a:p>
        </p:txBody>
      </p:sp>
      <p:sp>
        <p:nvSpPr>
          <p:cNvPr id="126982" name="Rectangle 1030"/>
          <p:cNvSpPr>
            <a:spLocks noChangeArrowheads="1"/>
          </p:cNvSpPr>
          <p:nvPr/>
        </p:nvSpPr>
        <p:spPr bwMode="auto">
          <a:xfrm>
            <a:off x="1981200" y="2135188"/>
            <a:ext cx="6629400" cy="1217612"/>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nchor="ctr">
            <a:spAutoFit/>
          </a:bodyPr>
          <a:lstStyle/>
          <a:p>
            <a:r>
              <a:rPr lang="en-US" altLang="en-US" sz="1800" b="1">
                <a:solidFill>
                  <a:srgbClr val="FF3300"/>
                </a:solidFill>
                <a:latin typeface="Tahoma" pitchFamily="34" charset="0"/>
                <a:cs typeface="Tahoma" pitchFamily="34" charset="0"/>
              </a:rPr>
              <a:t>Hypertext Markup Language (HTML) </a:t>
            </a:r>
          </a:p>
          <a:p>
            <a:pPr lvl="1"/>
            <a:r>
              <a:rPr lang="en-US" altLang="en-US" sz="1400">
                <a:latin typeface="Tahoma" pitchFamily="34" charset="0"/>
                <a:cs typeface="Tahoma" pitchFamily="34" charset="0"/>
              </a:rPr>
              <a:t>A markup language derived from the Standard Generalized Markup Language (SGML). Used to create a text document with formatting specifications that tells a software browser how to display the page or pages included in the document. </a:t>
            </a:r>
          </a:p>
        </p:txBody>
      </p:sp>
      <p:sp>
        <p:nvSpPr>
          <p:cNvPr id="126983" name="Rectangle 1031"/>
          <p:cNvSpPr>
            <a:spLocks noChangeArrowheads="1"/>
          </p:cNvSpPr>
          <p:nvPr/>
        </p:nvSpPr>
        <p:spPr bwMode="auto">
          <a:xfrm>
            <a:off x="1981200" y="3824288"/>
            <a:ext cx="2743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ltLang="en-US" sz="1800" b="1" dirty="0">
                <a:solidFill>
                  <a:srgbClr val="FF3300"/>
                </a:solidFill>
                <a:latin typeface="Tahoma" pitchFamily="34" charset="0"/>
                <a:cs typeface="Tahoma" pitchFamily="34" charset="0"/>
              </a:rPr>
              <a:t>DHTML</a:t>
            </a:r>
            <a:r>
              <a:rPr lang="en-US" altLang="en-US" sz="1800" b="1" dirty="0">
                <a:latin typeface="Tahoma" pitchFamily="34" charset="0"/>
                <a:cs typeface="Tahoma" pitchFamily="34" charset="0"/>
              </a:rPr>
              <a:t>  - </a:t>
            </a:r>
            <a:r>
              <a:rPr lang="en-US" altLang="en-US" sz="1400" dirty="0">
                <a:latin typeface="Tahoma" pitchFamily="34" charset="0"/>
                <a:cs typeface="Tahoma" pitchFamily="34" charset="0"/>
              </a:rPr>
              <a:t>Dynamic HTML</a:t>
            </a:r>
          </a:p>
        </p:txBody>
      </p:sp>
      <p:sp>
        <p:nvSpPr>
          <p:cNvPr id="126984" name="Rectangle 1032"/>
          <p:cNvSpPr>
            <a:spLocks noChangeArrowheads="1"/>
          </p:cNvSpPr>
          <p:nvPr/>
        </p:nvSpPr>
        <p:spPr bwMode="auto">
          <a:xfrm>
            <a:off x="1981200" y="4543425"/>
            <a:ext cx="6019800"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lang="en-US" altLang="en-US" sz="1800" b="1">
                <a:solidFill>
                  <a:srgbClr val="FF3300"/>
                </a:solidFill>
                <a:latin typeface="Tahoma" pitchFamily="34" charset="0"/>
                <a:cs typeface="Tahoma" pitchFamily="34" charset="0"/>
              </a:rPr>
              <a:t>Cascading style sheet</a:t>
            </a:r>
            <a:r>
              <a:rPr lang="en-US" altLang="en-US" sz="2400">
                <a:latin typeface="Tahoma" pitchFamily="34" charset="0"/>
                <a:cs typeface="Tahoma" pitchFamily="34" charset="0"/>
              </a:rPr>
              <a:t> </a:t>
            </a:r>
          </a:p>
          <a:p>
            <a:pPr lvl="1"/>
            <a:r>
              <a:rPr lang="en-US" altLang="en-US" sz="1400">
                <a:latin typeface="Tahoma" pitchFamily="34" charset="0"/>
                <a:cs typeface="Tahoma" pitchFamily="34" charset="0"/>
              </a:rPr>
              <a:t>A separate HTML file that keeps track of design and format information such as the colors, fonts, font sizes, and margins you use in your help files or Web pages. </a:t>
            </a:r>
          </a:p>
        </p:txBody>
      </p:sp>
    </p:spTree>
    <p:extLst>
      <p:ext uri="{BB962C8B-B14F-4D97-AF65-F5344CB8AC3E}">
        <p14:creationId xmlns:p14="http://schemas.microsoft.com/office/powerpoint/2010/main" val="1802798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31BB33-460A-4000-8B24-29D2153156A9}"/>
              </a:ext>
            </a:extLst>
          </p:cNvPr>
          <p:cNvPicPr>
            <a:picLocks noChangeAspect="1"/>
          </p:cNvPicPr>
          <p:nvPr/>
        </p:nvPicPr>
        <p:blipFill>
          <a:blip r:embed="rId2"/>
          <a:stretch>
            <a:fillRect/>
          </a:stretch>
        </p:blipFill>
        <p:spPr>
          <a:xfrm>
            <a:off x="1662112" y="1743075"/>
            <a:ext cx="5667375" cy="4429125"/>
          </a:xfrm>
          <a:prstGeom prst="rect">
            <a:avLst/>
          </a:prstGeom>
        </p:spPr>
      </p:pic>
      <p:sp>
        <p:nvSpPr>
          <p:cNvPr id="139273" name="Rectangle 9"/>
          <p:cNvSpPr>
            <a:spLocks noChangeArrowheads="1"/>
          </p:cNvSpPr>
          <p:nvPr/>
        </p:nvSpPr>
        <p:spPr bwMode="auto">
          <a:xfrm>
            <a:off x="1447800" y="3922713"/>
            <a:ext cx="7113233" cy="1181100"/>
          </a:xfrm>
          <a:prstGeom prst="rect">
            <a:avLst/>
          </a:prstGeom>
          <a:solidFill>
            <a:srgbClr val="FFFF00">
              <a:alpha val="28000"/>
            </a:srgbClr>
          </a:solidFill>
          <a:ln>
            <a:noFill/>
          </a:ln>
          <a:effectLst/>
        </p:spPr>
        <p:txBody>
          <a:bodyPr wrap="none" lIns="90000" tIns="46800" rIns="90000" bIns="46800" anchor="ctr"/>
          <a:lstStyle/>
          <a:p>
            <a:endParaRPr lang="en-GB"/>
          </a:p>
        </p:txBody>
      </p:sp>
      <p:sp>
        <p:nvSpPr>
          <p:cNvPr id="139272" name="Rectangle 8"/>
          <p:cNvSpPr>
            <a:spLocks noChangeArrowheads="1"/>
          </p:cNvSpPr>
          <p:nvPr/>
        </p:nvSpPr>
        <p:spPr bwMode="auto">
          <a:xfrm>
            <a:off x="1447800" y="2886075"/>
            <a:ext cx="7086600" cy="1036637"/>
          </a:xfrm>
          <a:prstGeom prst="rect">
            <a:avLst/>
          </a:prstGeom>
          <a:solidFill>
            <a:schemeClr val="accent1">
              <a:lumMod val="20000"/>
              <a:lumOff val="80000"/>
              <a:alpha val="28000"/>
            </a:schemeClr>
          </a:solidFill>
          <a:ln>
            <a:noFill/>
          </a:ln>
          <a:effectLst/>
        </p:spPr>
        <p:txBody>
          <a:bodyPr wrap="none" lIns="90000" tIns="46800" rIns="90000" bIns="46800" anchor="ctr"/>
          <a:lstStyle/>
          <a:p>
            <a:endParaRPr lang="en-GB"/>
          </a:p>
        </p:txBody>
      </p:sp>
      <p:sp>
        <p:nvSpPr>
          <p:cNvPr id="139266" name="Rectangle 2"/>
          <p:cNvSpPr>
            <a:spLocks noGrp="1" noChangeArrowheads="1"/>
          </p:cNvSpPr>
          <p:nvPr>
            <p:ph type="title"/>
          </p:nvPr>
        </p:nvSpPr>
        <p:spPr/>
        <p:txBody>
          <a:bodyPr/>
          <a:lstStyle/>
          <a:p>
            <a:r>
              <a:rPr lang="en-US" altLang="en-US"/>
              <a:t>HTML example 1</a:t>
            </a:r>
          </a:p>
        </p:txBody>
      </p:sp>
      <p:sp>
        <p:nvSpPr>
          <p:cNvPr id="139274" name="Text Box 10"/>
          <p:cNvSpPr txBox="1">
            <a:spLocks noChangeArrowheads="1"/>
          </p:cNvSpPr>
          <p:nvPr/>
        </p:nvSpPr>
        <p:spPr bwMode="auto">
          <a:xfrm>
            <a:off x="6707187" y="2951163"/>
            <a:ext cx="15986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2000" b="1" dirty="0">
                <a:solidFill>
                  <a:srgbClr val="FF3300"/>
                </a:solidFill>
              </a:rPr>
              <a:t>CSS segment</a:t>
            </a:r>
          </a:p>
        </p:txBody>
      </p:sp>
      <p:sp>
        <p:nvSpPr>
          <p:cNvPr id="139275" name="Text Box 11"/>
          <p:cNvSpPr txBox="1">
            <a:spLocks noChangeArrowheads="1"/>
          </p:cNvSpPr>
          <p:nvPr/>
        </p:nvSpPr>
        <p:spPr bwMode="auto">
          <a:xfrm>
            <a:off x="6981825" y="3941763"/>
            <a:ext cx="14001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2000" b="1" dirty="0">
                <a:solidFill>
                  <a:srgbClr val="FF3300"/>
                </a:solidFill>
              </a:rPr>
              <a:t>JS segment</a:t>
            </a:r>
          </a:p>
        </p:txBody>
      </p:sp>
      <p:sp>
        <p:nvSpPr>
          <p:cNvPr id="10" name="Rectangle 9">
            <a:extLst>
              <a:ext uri="{FF2B5EF4-FFF2-40B4-BE49-F238E27FC236}">
                <a16:creationId xmlns:a16="http://schemas.microsoft.com/office/drawing/2014/main" id="{ABEDE1BF-A8A0-4B17-AF5A-20689EF7E9B4}"/>
              </a:ext>
            </a:extLst>
          </p:cNvPr>
          <p:cNvSpPr>
            <a:spLocks noChangeArrowheads="1"/>
          </p:cNvSpPr>
          <p:nvPr/>
        </p:nvSpPr>
        <p:spPr bwMode="auto">
          <a:xfrm>
            <a:off x="1559511" y="3922713"/>
            <a:ext cx="7113233" cy="1181100"/>
          </a:xfrm>
          <a:prstGeom prst="rect">
            <a:avLst/>
          </a:prstGeom>
          <a:solidFill>
            <a:srgbClr val="FFFF00">
              <a:alpha val="30000"/>
            </a:srgbClr>
          </a:solidFill>
          <a:ln>
            <a:noFill/>
          </a:ln>
          <a:effectLst/>
        </p:spPr>
        <p:txBody>
          <a:bodyPr wrap="none" lIns="90000" tIns="46800" rIns="90000" bIns="46800" anchor="ctr"/>
          <a:lstStyle/>
          <a:p>
            <a:endParaRPr lang="en-GB"/>
          </a:p>
        </p:txBody>
      </p:sp>
      <p:sp>
        <p:nvSpPr>
          <p:cNvPr id="11" name="Rectangle 8">
            <a:extLst>
              <a:ext uri="{FF2B5EF4-FFF2-40B4-BE49-F238E27FC236}">
                <a16:creationId xmlns:a16="http://schemas.microsoft.com/office/drawing/2014/main" id="{5CA894BB-AA17-458A-B6F6-109E097585A8}"/>
              </a:ext>
            </a:extLst>
          </p:cNvPr>
          <p:cNvSpPr>
            <a:spLocks noChangeArrowheads="1"/>
          </p:cNvSpPr>
          <p:nvPr/>
        </p:nvSpPr>
        <p:spPr bwMode="auto">
          <a:xfrm>
            <a:off x="1559511" y="2886075"/>
            <a:ext cx="7086600" cy="1036637"/>
          </a:xfrm>
          <a:prstGeom prst="rect">
            <a:avLst/>
          </a:prstGeom>
          <a:solidFill>
            <a:schemeClr val="accent1">
              <a:lumMod val="20000"/>
              <a:lumOff val="80000"/>
              <a:alpha val="30000"/>
            </a:schemeClr>
          </a:solidFill>
          <a:ln>
            <a:noFill/>
          </a:ln>
          <a:effectLst/>
        </p:spPr>
        <p:txBody>
          <a:bodyPr wrap="none" lIns="90000" tIns="46800" rIns="90000" bIns="46800" anchor="ctr"/>
          <a:lstStyle/>
          <a:p>
            <a:endParaRPr lang="en-GB"/>
          </a:p>
        </p:txBody>
      </p:sp>
      <p:sp>
        <p:nvSpPr>
          <p:cNvPr id="4" name="TextBox 3">
            <a:extLst>
              <a:ext uri="{FF2B5EF4-FFF2-40B4-BE49-F238E27FC236}">
                <a16:creationId xmlns:a16="http://schemas.microsoft.com/office/drawing/2014/main" id="{081264B5-245A-44BF-965D-7BCC8F90DF5E}"/>
              </a:ext>
            </a:extLst>
          </p:cNvPr>
          <p:cNvSpPr txBox="1"/>
          <p:nvPr/>
        </p:nvSpPr>
        <p:spPr>
          <a:xfrm>
            <a:off x="1587624" y="1217620"/>
            <a:ext cx="1322798" cy="523220"/>
          </a:xfrm>
          <a:prstGeom prst="rect">
            <a:avLst/>
          </a:prstGeom>
          <a:noFill/>
        </p:spPr>
        <p:txBody>
          <a:bodyPr wrap="none" rtlCol="0">
            <a:spAutoFit/>
          </a:bodyPr>
          <a:lstStyle/>
          <a:p>
            <a:r>
              <a:rPr lang="en-US" sz="2800" dirty="0">
                <a:solidFill>
                  <a:srgbClr val="0070C0"/>
                </a:solidFill>
              </a:rPr>
              <a:t>1.html</a:t>
            </a:r>
          </a:p>
        </p:txBody>
      </p:sp>
    </p:spTree>
    <p:extLst>
      <p:ext uri="{BB962C8B-B14F-4D97-AF65-F5344CB8AC3E}">
        <p14:creationId xmlns:p14="http://schemas.microsoft.com/office/powerpoint/2010/main" val="3936308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C30795-7E7A-4157-AE6D-7BCCD1B69B14}"/>
              </a:ext>
            </a:extLst>
          </p:cNvPr>
          <p:cNvPicPr>
            <a:picLocks noChangeAspect="1"/>
          </p:cNvPicPr>
          <p:nvPr/>
        </p:nvPicPr>
        <p:blipFill>
          <a:blip r:embed="rId2"/>
          <a:stretch>
            <a:fillRect/>
          </a:stretch>
        </p:blipFill>
        <p:spPr>
          <a:xfrm>
            <a:off x="1066800" y="2961276"/>
            <a:ext cx="4947083" cy="2247900"/>
          </a:xfrm>
          <a:prstGeom prst="rect">
            <a:avLst/>
          </a:prstGeom>
        </p:spPr>
      </p:pic>
      <p:sp>
        <p:nvSpPr>
          <p:cNvPr id="144386" name="Rectangle 2"/>
          <p:cNvSpPr>
            <a:spLocks noChangeArrowheads="1"/>
          </p:cNvSpPr>
          <p:nvPr/>
        </p:nvSpPr>
        <p:spPr bwMode="auto">
          <a:xfrm>
            <a:off x="1066800" y="4066176"/>
            <a:ext cx="6796596" cy="228600"/>
          </a:xfrm>
          <a:prstGeom prst="rect">
            <a:avLst/>
          </a:prstGeom>
          <a:solidFill>
            <a:srgbClr val="FFFF00">
              <a:alpha val="30000"/>
            </a:srgbClr>
          </a:solidFill>
          <a:ln>
            <a:noFill/>
          </a:ln>
          <a:effectLst/>
        </p:spPr>
        <p:txBody>
          <a:bodyPr wrap="none" lIns="90000" tIns="46800" rIns="90000" bIns="46800" anchor="ctr"/>
          <a:lstStyle/>
          <a:p>
            <a:endParaRPr lang="en-GB"/>
          </a:p>
        </p:txBody>
      </p:sp>
      <p:sp>
        <p:nvSpPr>
          <p:cNvPr id="144387" name="Rectangle 3"/>
          <p:cNvSpPr>
            <a:spLocks noChangeArrowheads="1"/>
          </p:cNvSpPr>
          <p:nvPr/>
        </p:nvSpPr>
        <p:spPr bwMode="auto">
          <a:xfrm>
            <a:off x="1066800" y="3837576"/>
            <a:ext cx="6796596" cy="228600"/>
          </a:xfrm>
          <a:prstGeom prst="rect">
            <a:avLst/>
          </a:prstGeom>
          <a:solidFill>
            <a:schemeClr val="accent1">
              <a:lumMod val="20000"/>
              <a:lumOff val="80000"/>
              <a:alpha val="30000"/>
            </a:schemeClr>
          </a:solidFill>
          <a:ln>
            <a:noFill/>
          </a:ln>
          <a:effectLst/>
        </p:spPr>
        <p:txBody>
          <a:bodyPr wrap="none" lIns="90000" tIns="46800" rIns="90000" bIns="46800" anchor="ctr"/>
          <a:lstStyle/>
          <a:p>
            <a:endParaRPr lang="en-GB"/>
          </a:p>
        </p:txBody>
      </p:sp>
      <p:sp>
        <p:nvSpPr>
          <p:cNvPr id="144388" name="Rectangle 4"/>
          <p:cNvSpPr>
            <a:spLocks noGrp="1" noChangeArrowheads="1"/>
          </p:cNvSpPr>
          <p:nvPr>
            <p:ph type="title"/>
          </p:nvPr>
        </p:nvSpPr>
        <p:spPr/>
        <p:txBody>
          <a:bodyPr/>
          <a:lstStyle/>
          <a:p>
            <a:r>
              <a:rPr lang="en-US" altLang="en-US"/>
              <a:t>HTML example 2</a:t>
            </a:r>
          </a:p>
        </p:txBody>
      </p:sp>
      <p:sp>
        <p:nvSpPr>
          <p:cNvPr id="144391" name="Text Box 7"/>
          <p:cNvSpPr txBox="1">
            <a:spLocks noChangeArrowheads="1"/>
          </p:cNvSpPr>
          <p:nvPr/>
        </p:nvSpPr>
        <p:spPr bwMode="auto">
          <a:xfrm>
            <a:off x="6456363" y="3805826"/>
            <a:ext cx="13160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600" b="1">
                <a:solidFill>
                  <a:srgbClr val="FF3300"/>
                </a:solidFill>
              </a:rPr>
              <a:t>CSS segment</a:t>
            </a:r>
          </a:p>
        </p:txBody>
      </p:sp>
      <p:sp>
        <p:nvSpPr>
          <p:cNvPr id="144392" name="Text Box 8"/>
          <p:cNvSpPr txBox="1">
            <a:spLocks noChangeArrowheads="1"/>
          </p:cNvSpPr>
          <p:nvPr/>
        </p:nvSpPr>
        <p:spPr bwMode="auto">
          <a:xfrm>
            <a:off x="6461125" y="3989976"/>
            <a:ext cx="1158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1600" b="1">
                <a:solidFill>
                  <a:srgbClr val="FF3300"/>
                </a:solidFill>
              </a:rPr>
              <a:t>JS segment</a:t>
            </a:r>
          </a:p>
        </p:txBody>
      </p:sp>
      <p:sp>
        <p:nvSpPr>
          <p:cNvPr id="144395" name="AutoShape 11"/>
          <p:cNvSpPr>
            <a:spLocks noChangeArrowheads="1"/>
          </p:cNvSpPr>
          <p:nvPr/>
        </p:nvSpPr>
        <p:spPr bwMode="auto">
          <a:xfrm>
            <a:off x="7467600" y="4370976"/>
            <a:ext cx="457200" cy="1143000"/>
          </a:xfrm>
          <a:prstGeom prst="downArrow">
            <a:avLst>
              <a:gd name="adj1" fmla="val 50000"/>
              <a:gd name="adj2" fmla="val 62500"/>
            </a:avLst>
          </a:prstGeom>
          <a:solidFill>
            <a:schemeClr val="accent1"/>
          </a:solidFill>
          <a:ln w="127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pic>
        <p:nvPicPr>
          <p:cNvPr id="5" name="Picture 4">
            <a:extLst>
              <a:ext uri="{FF2B5EF4-FFF2-40B4-BE49-F238E27FC236}">
                <a16:creationId xmlns:a16="http://schemas.microsoft.com/office/drawing/2014/main" id="{DF56E139-17A9-4F97-866D-C4DFDD8DC871}"/>
              </a:ext>
            </a:extLst>
          </p:cNvPr>
          <p:cNvPicPr>
            <a:picLocks noChangeAspect="1"/>
          </p:cNvPicPr>
          <p:nvPr/>
        </p:nvPicPr>
        <p:blipFill>
          <a:blip r:embed="rId3"/>
          <a:stretch>
            <a:fillRect/>
          </a:stretch>
        </p:blipFill>
        <p:spPr>
          <a:xfrm>
            <a:off x="6286965" y="1441642"/>
            <a:ext cx="1790235" cy="1835943"/>
          </a:xfrm>
          <a:prstGeom prst="rect">
            <a:avLst/>
          </a:prstGeom>
        </p:spPr>
      </p:pic>
      <p:pic>
        <p:nvPicPr>
          <p:cNvPr id="7" name="Picture 6">
            <a:extLst>
              <a:ext uri="{FF2B5EF4-FFF2-40B4-BE49-F238E27FC236}">
                <a16:creationId xmlns:a16="http://schemas.microsoft.com/office/drawing/2014/main" id="{88A78B50-0486-4108-BAFB-271619C52003}"/>
              </a:ext>
            </a:extLst>
          </p:cNvPr>
          <p:cNvPicPr>
            <a:picLocks noChangeAspect="1"/>
          </p:cNvPicPr>
          <p:nvPr/>
        </p:nvPicPr>
        <p:blipFill>
          <a:blip r:embed="rId4"/>
          <a:stretch>
            <a:fillRect/>
          </a:stretch>
        </p:blipFill>
        <p:spPr>
          <a:xfrm>
            <a:off x="4150543" y="5602469"/>
            <a:ext cx="4563630" cy="842374"/>
          </a:xfrm>
          <a:prstGeom prst="rect">
            <a:avLst/>
          </a:prstGeom>
        </p:spPr>
      </p:pic>
      <p:sp>
        <p:nvSpPr>
          <p:cNvPr id="18" name="TextBox 17">
            <a:extLst>
              <a:ext uri="{FF2B5EF4-FFF2-40B4-BE49-F238E27FC236}">
                <a16:creationId xmlns:a16="http://schemas.microsoft.com/office/drawing/2014/main" id="{9EB20FAE-5621-4FB1-90FD-F3B6FE24567F}"/>
              </a:ext>
            </a:extLst>
          </p:cNvPr>
          <p:cNvSpPr txBox="1"/>
          <p:nvPr/>
        </p:nvSpPr>
        <p:spPr>
          <a:xfrm>
            <a:off x="1066800" y="2412533"/>
            <a:ext cx="1322798" cy="523220"/>
          </a:xfrm>
          <a:prstGeom prst="rect">
            <a:avLst/>
          </a:prstGeom>
          <a:noFill/>
        </p:spPr>
        <p:txBody>
          <a:bodyPr wrap="none" rtlCol="0">
            <a:spAutoFit/>
          </a:bodyPr>
          <a:lstStyle/>
          <a:p>
            <a:r>
              <a:rPr lang="en-US" sz="2800" dirty="0">
                <a:solidFill>
                  <a:srgbClr val="0070C0"/>
                </a:solidFill>
              </a:rPr>
              <a:t>2.html</a:t>
            </a:r>
          </a:p>
        </p:txBody>
      </p:sp>
      <p:sp>
        <p:nvSpPr>
          <p:cNvPr id="19" name="TextBox 18">
            <a:extLst>
              <a:ext uri="{FF2B5EF4-FFF2-40B4-BE49-F238E27FC236}">
                <a16:creationId xmlns:a16="http://schemas.microsoft.com/office/drawing/2014/main" id="{B6DC0703-7B33-4C79-A2BB-ECA7BD16ED2E}"/>
              </a:ext>
            </a:extLst>
          </p:cNvPr>
          <p:cNvSpPr txBox="1"/>
          <p:nvPr/>
        </p:nvSpPr>
        <p:spPr>
          <a:xfrm>
            <a:off x="6178833" y="914400"/>
            <a:ext cx="1075936" cy="523220"/>
          </a:xfrm>
          <a:prstGeom prst="rect">
            <a:avLst/>
          </a:prstGeom>
          <a:noFill/>
        </p:spPr>
        <p:txBody>
          <a:bodyPr wrap="none" rtlCol="0">
            <a:spAutoFit/>
          </a:bodyPr>
          <a:lstStyle/>
          <a:p>
            <a:r>
              <a:rPr lang="en-US" sz="2800" dirty="0">
                <a:solidFill>
                  <a:srgbClr val="0070C0"/>
                </a:solidFill>
              </a:rPr>
              <a:t>2.css</a:t>
            </a:r>
          </a:p>
        </p:txBody>
      </p:sp>
      <p:sp>
        <p:nvSpPr>
          <p:cNvPr id="20" name="TextBox 19">
            <a:extLst>
              <a:ext uri="{FF2B5EF4-FFF2-40B4-BE49-F238E27FC236}">
                <a16:creationId xmlns:a16="http://schemas.microsoft.com/office/drawing/2014/main" id="{C444E20D-E15D-4856-9B20-609A4215579E}"/>
              </a:ext>
            </a:extLst>
          </p:cNvPr>
          <p:cNvSpPr txBox="1"/>
          <p:nvPr/>
        </p:nvSpPr>
        <p:spPr>
          <a:xfrm>
            <a:off x="4191000" y="5074266"/>
            <a:ext cx="817853" cy="523220"/>
          </a:xfrm>
          <a:prstGeom prst="rect">
            <a:avLst/>
          </a:prstGeom>
          <a:noFill/>
        </p:spPr>
        <p:txBody>
          <a:bodyPr wrap="none" rtlCol="0">
            <a:spAutoFit/>
          </a:bodyPr>
          <a:lstStyle/>
          <a:p>
            <a:r>
              <a:rPr lang="en-US" sz="2800" dirty="0">
                <a:solidFill>
                  <a:srgbClr val="0070C0"/>
                </a:solidFill>
              </a:rPr>
              <a:t>2.js</a:t>
            </a:r>
          </a:p>
        </p:txBody>
      </p:sp>
      <p:sp>
        <p:nvSpPr>
          <p:cNvPr id="144396" name="AutoShape 12"/>
          <p:cNvSpPr>
            <a:spLocks noChangeArrowheads="1"/>
          </p:cNvSpPr>
          <p:nvPr/>
        </p:nvSpPr>
        <p:spPr bwMode="auto">
          <a:xfrm>
            <a:off x="7467600" y="3227976"/>
            <a:ext cx="381000" cy="533400"/>
          </a:xfrm>
          <a:prstGeom prst="upArrow">
            <a:avLst>
              <a:gd name="adj1" fmla="val 50000"/>
              <a:gd name="adj2" fmla="val 68749"/>
            </a:avLst>
          </a:prstGeom>
          <a:solidFill>
            <a:schemeClr val="accent2"/>
          </a:solidFill>
          <a:ln w="127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Tree>
    <p:extLst>
      <p:ext uri="{BB962C8B-B14F-4D97-AF65-F5344CB8AC3E}">
        <p14:creationId xmlns:p14="http://schemas.microsoft.com/office/powerpoint/2010/main" val="3668325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en-US" altLang="en-US"/>
              <a:t>Client and Server side scripts</a:t>
            </a:r>
          </a:p>
        </p:txBody>
      </p:sp>
      <p:graphicFrame>
        <p:nvGraphicFramePr>
          <p:cNvPr id="140293" name="Object 5"/>
          <p:cNvGraphicFramePr>
            <a:graphicFrameLocks noChangeAspect="1"/>
          </p:cNvGraphicFramePr>
          <p:nvPr>
            <p:extLst>
              <p:ext uri="{D42A27DB-BD31-4B8C-83A1-F6EECF244321}">
                <p14:modId xmlns:p14="http://schemas.microsoft.com/office/powerpoint/2010/main" val="3836738130"/>
              </p:ext>
            </p:extLst>
          </p:nvPr>
        </p:nvGraphicFramePr>
        <p:xfrm>
          <a:off x="5700713" y="1924667"/>
          <a:ext cx="1995487" cy="3621088"/>
        </p:xfrm>
        <a:graphic>
          <a:graphicData uri="http://schemas.openxmlformats.org/presentationml/2006/ole">
            <mc:AlternateContent xmlns:mc="http://schemas.openxmlformats.org/markup-compatibility/2006">
              <mc:Choice xmlns:v="urn:schemas-microsoft-com:vml" Requires="v">
                <p:oleObj name="Image" r:id="rId2" imgW="1995058" imgH="3621603" progId="Photoshop.Image.5">
                  <p:embed/>
                </p:oleObj>
              </mc:Choice>
              <mc:Fallback>
                <p:oleObj name="Image" r:id="rId2" imgW="1995058" imgH="3621603" progId="Photoshop.Image.5">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0713" y="1924667"/>
                        <a:ext cx="1995487" cy="362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0294" name="Text Box 6"/>
          <p:cNvSpPr txBox="1">
            <a:spLocks noChangeArrowheads="1"/>
          </p:cNvSpPr>
          <p:nvPr/>
        </p:nvSpPr>
        <p:spPr bwMode="auto">
          <a:xfrm>
            <a:off x="533400" y="1924667"/>
            <a:ext cx="3948113" cy="89473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lgn="ctr"/>
            <a:r>
              <a:rPr lang="en-US" altLang="en-US" sz="3200" b="1" dirty="0"/>
              <a:t>server side script</a:t>
            </a:r>
          </a:p>
          <a:p>
            <a:pPr algn="ctr"/>
            <a:r>
              <a:rPr lang="en-US" altLang="en-US" sz="2000" b="1" dirty="0">
                <a:solidFill>
                  <a:srgbClr val="C00000"/>
                </a:solidFill>
              </a:rPr>
              <a:t>asp, </a:t>
            </a:r>
            <a:r>
              <a:rPr lang="en-US" altLang="en-US" sz="2000" b="1" dirty="0" err="1">
                <a:solidFill>
                  <a:srgbClr val="C00000"/>
                </a:solidFill>
              </a:rPr>
              <a:t>aspx</a:t>
            </a:r>
            <a:r>
              <a:rPr lang="en-US" altLang="en-US" sz="2000" b="1" dirty="0">
                <a:solidFill>
                  <a:srgbClr val="C00000"/>
                </a:solidFill>
              </a:rPr>
              <a:t>, </a:t>
            </a:r>
            <a:r>
              <a:rPr lang="en-US" altLang="en-US" sz="2000" b="1" dirty="0" err="1">
                <a:solidFill>
                  <a:srgbClr val="C00000"/>
                </a:solidFill>
              </a:rPr>
              <a:t>php</a:t>
            </a:r>
            <a:endParaRPr lang="en-US" altLang="en-US" sz="2000" b="1" dirty="0">
              <a:solidFill>
                <a:srgbClr val="C00000"/>
              </a:solidFill>
            </a:endParaRPr>
          </a:p>
        </p:txBody>
      </p:sp>
      <p:sp>
        <p:nvSpPr>
          <p:cNvPr id="140295" name="Text Box 7"/>
          <p:cNvSpPr txBox="1">
            <a:spLocks noChangeArrowheads="1"/>
          </p:cNvSpPr>
          <p:nvPr/>
        </p:nvSpPr>
        <p:spPr bwMode="auto">
          <a:xfrm>
            <a:off x="533400" y="3048000"/>
            <a:ext cx="3948113" cy="89473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lgn="ctr"/>
            <a:r>
              <a:rPr lang="en-US" altLang="en-US" sz="3200" b="1" dirty="0"/>
              <a:t>client side script</a:t>
            </a:r>
          </a:p>
          <a:p>
            <a:pPr algn="ctr"/>
            <a:r>
              <a:rPr lang="en-US" altLang="en-US" sz="2000" b="1" dirty="0" err="1">
                <a:solidFill>
                  <a:srgbClr val="C00000"/>
                </a:solidFill>
              </a:rPr>
              <a:t>js</a:t>
            </a:r>
            <a:r>
              <a:rPr lang="en-US" altLang="en-US" sz="2000" b="1" dirty="0">
                <a:solidFill>
                  <a:srgbClr val="C00000"/>
                </a:solidFill>
              </a:rPr>
              <a:t>, </a:t>
            </a:r>
            <a:r>
              <a:rPr lang="en-US" altLang="en-US" sz="2000" b="1" dirty="0" err="1">
                <a:solidFill>
                  <a:srgbClr val="C00000"/>
                </a:solidFill>
              </a:rPr>
              <a:t>vbs</a:t>
            </a:r>
            <a:endParaRPr lang="en-US" altLang="en-US" sz="2000" b="1" dirty="0">
              <a:solidFill>
                <a:srgbClr val="C00000"/>
              </a:solidFill>
            </a:endParaRPr>
          </a:p>
        </p:txBody>
      </p:sp>
      <p:sp>
        <p:nvSpPr>
          <p:cNvPr id="140297" name="Text Box 9"/>
          <p:cNvSpPr txBox="1">
            <a:spLocks noChangeArrowheads="1"/>
          </p:cNvSpPr>
          <p:nvPr/>
        </p:nvSpPr>
        <p:spPr bwMode="auto">
          <a:xfrm>
            <a:off x="1738313" y="4648200"/>
            <a:ext cx="2743200" cy="5921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r>
              <a:rPr lang="en-US" altLang="en-US" sz="3200" b="1"/>
              <a:t>HTML</a:t>
            </a:r>
          </a:p>
        </p:txBody>
      </p:sp>
      <p:sp>
        <p:nvSpPr>
          <p:cNvPr id="140298" name="Line 10"/>
          <p:cNvSpPr>
            <a:spLocks noChangeShapeType="1"/>
          </p:cNvSpPr>
          <p:nvPr/>
        </p:nvSpPr>
        <p:spPr bwMode="auto">
          <a:xfrm>
            <a:off x="4557713" y="2514600"/>
            <a:ext cx="1143000" cy="0"/>
          </a:xfrm>
          <a:prstGeom prst="line">
            <a:avLst/>
          </a:prstGeom>
          <a:noFill/>
          <a:ln w="88900">
            <a:solidFill>
              <a:srgbClr val="FFCC99"/>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40299" name="Line 11"/>
          <p:cNvSpPr>
            <a:spLocks noChangeShapeType="1"/>
          </p:cNvSpPr>
          <p:nvPr/>
        </p:nvSpPr>
        <p:spPr bwMode="auto">
          <a:xfrm>
            <a:off x="4557713" y="3352800"/>
            <a:ext cx="1143000" cy="0"/>
          </a:xfrm>
          <a:prstGeom prst="line">
            <a:avLst/>
          </a:prstGeom>
          <a:noFill/>
          <a:ln w="88900">
            <a:solidFill>
              <a:srgbClr val="FFCC99"/>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40300" name="Line 12"/>
          <p:cNvSpPr>
            <a:spLocks noChangeShapeType="1"/>
          </p:cNvSpPr>
          <p:nvPr/>
        </p:nvSpPr>
        <p:spPr bwMode="auto">
          <a:xfrm>
            <a:off x="4557713" y="5105400"/>
            <a:ext cx="1143000" cy="0"/>
          </a:xfrm>
          <a:prstGeom prst="line">
            <a:avLst/>
          </a:prstGeom>
          <a:noFill/>
          <a:ln w="88900">
            <a:solidFill>
              <a:srgbClr val="FFCC99"/>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Tree>
    <p:extLst>
      <p:ext uri="{BB962C8B-B14F-4D97-AF65-F5344CB8AC3E}">
        <p14:creationId xmlns:p14="http://schemas.microsoft.com/office/powerpoint/2010/main" val="847353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normAutofit fontScale="90000"/>
          </a:bodyPr>
          <a:lstStyle/>
          <a:p>
            <a:r>
              <a:rPr lang="en-US" altLang="en-US" dirty="0"/>
              <a:t>JavaScript and VBScript examples</a:t>
            </a:r>
          </a:p>
        </p:txBody>
      </p:sp>
      <p:sp>
        <p:nvSpPr>
          <p:cNvPr id="136196" name="Rectangle 4"/>
          <p:cNvSpPr>
            <a:spLocks noChangeArrowheads="1"/>
          </p:cNvSpPr>
          <p:nvPr/>
        </p:nvSpPr>
        <p:spPr bwMode="auto">
          <a:xfrm>
            <a:off x="381000" y="1902125"/>
            <a:ext cx="4495800" cy="3972499"/>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r>
              <a:rPr lang="en-US" altLang="en-US" sz="1200" dirty="0">
                <a:solidFill>
                  <a:srgbClr val="003366"/>
                </a:solidFill>
                <a:latin typeface="Tahoma" pitchFamily="34" charset="0"/>
                <a:cs typeface="Tahoma" pitchFamily="34" charset="0"/>
              </a:rPr>
              <a:t>&lt;html&gt;</a:t>
            </a:r>
          </a:p>
          <a:p>
            <a:r>
              <a:rPr lang="en-US" altLang="en-US" sz="1200" dirty="0">
                <a:solidFill>
                  <a:srgbClr val="003366"/>
                </a:solidFill>
                <a:latin typeface="Tahoma" pitchFamily="34" charset="0"/>
                <a:cs typeface="Tahoma" pitchFamily="34" charset="0"/>
              </a:rPr>
              <a:t>&lt;head&gt;</a:t>
            </a:r>
          </a:p>
          <a:p>
            <a:endParaRPr lang="en-US" altLang="en-US" sz="1200" dirty="0">
              <a:solidFill>
                <a:srgbClr val="003366"/>
              </a:solidFill>
              <a:latin typeface="Tahoma" pitchFamily="34" charset="0"/>
              <a:cs typeface="Tahoma" pitchFamily="34" charset="0"/>
            </a:endParaRPr>
          </a:p>
          <a:p>
            <a:r>
              <a:rPr lang="en-US" altLang="en-US" sz="1200" dirty="0">
                <a:solidFill>
                  <a:srgbClr val="003366"/>
                </a:solidFill>
                <a:latin typeface="Tahoma" pitchFamily="34" charset="0"/>
                <a:cs typeface="Tahoma" pitchFamily="34" charset="0"/>
              </a:rPr>
              <a:t>&lt;SCRIPT LANGUAGE=“</a:t>
            </a:r>
            <a:r>
              <a:rPr lang="en-US" altLang="en-US" sz="1200" dirty="0" err="1">
                <a:solidFill>
                  <a:srgbClr val="003366"/>
                </a:solidFill>
                <a:latin typeface="Tahoma" pitchFamily="34" charset="0"/>
                <a:cs typeface="Tahoma" pitchFamily="34" charset="0"/>
              </a:rPr>
              <a:t>javascript</a:t>
            </a:r>
            <a:r>
              <a:rPr lang="en-US" altLang="en-US" sz="1200" dirty="0">
                <a:solidFill>
                  <a:srgbClr val="003366"/>
                </a:solidFill>
                <a:latin typeface="Tahoma" pitchFamily="34" charset="0"/>
                <a:cs typeface="Tahoma" pitchFamily="34" charset="0"/>
              </a:rPr>
              <a:t>”&gt;</a:t>
            </a:r>
          </a:p>
          <a:p>
            <a:r>
              <a:rPr lang="en-US" altLang="en-US" sz="1200" dirty="0">
                <a:solidFill>
                  <a:srgbClr val="003366"/>
                </a:solidFill>
                <a:latin typeface="Tahoma" pitchFamily="34" charset="0"/>
                <a:cs typeface="Tahoma" pitchFamily="34" charset="0"/>
              </a:rPr>
              <a:t>&lt;!--</a:t>
            </a:r>
          </a:p>
          <a:p>
            <a:r>
              <a:rPr lang="en-US" altLang="en-US" sz="1200" dirty="0">
                <a:solidFill>
                  <a:srgbClr val="003366"/>
                </a:solidFill>
                <a:latin typeface="Tahoma" pitchFamily="34" charset="0"/>
                <a:cs typeface="Tahoma" pitchFamily="34" charset="0"/>
              </a:rPr>
              <a:t>function </a:t>
            </a:r>
            <a:r>
              <a:rPr lang="en-US" altLang="en-US" sz="1200" dirty="0" err="1">
                <a:solidFill>
                  <a:srgbClr val="003366"/>
                </a:solidFill>
                <a:latin typeface="Tahoma" pitchFamily="34" charset="0"/>
                <a:cs typeface="Tahoma" pitchFamily="34" charset="0"/>
              </a:rPr>
              <a:t>Press_OnClick</a:t>
            </a:r>
            <a:r>
              <a:rPr lang="en-US" altLang="en-US" sz="1200" dirty="0">
                <a:solidFill>
                  <a:srgbClr val="003366"/>
                </a:solidFill>
                <a:latin typeface="Tahoma" pitchFamily="34" charset="0"/>
                <a:cs typeface="Tahoma" pitchFamily="34" charset="0"/>
              </a:rPr>
              <a:t> () </a:t>
            </a:r>
          </a:p>
          <a:p>
            <a:r>
              <a:rPr lang="en-US" altLang="en-US" sz="1200" dirty="0">
                <a:solidFill>
                  <a:srgbClr val="003366"/>
                </a:solidFill>
                <a:latin typeface="Tahoma" pitchFamily="34" charset="0"/>
                <a:cs typeface="Tahoma" pitchFamily="34" charset="0"/>
              </a:rPr>
              <a:t>	{ </a:t>
            </a:r>
          </a:p>
          <a:p>
            <a:r>
              <a:rPr lang="en-US" altLang="en-US" sz="1200" dirty="0">
                <a:solidFill>
                  <a:srgbClr val="003366"/>
                </a:solidFill>
                <a:latin typeface="Tahoma" pitchFamily="34" charset="0"/>
                <a:cs typeface="Tahoma" pitchFamily="34" charset="0"/>
              </a:rPr>
              <a:t>	alert("Hello, ORT !");</a:t>
            </a:r>
          </a:p>
          <a:p>
            <a:r>
              <a:rPr lang="en-US" altLang="en-US" sz="1200" dirty="0">
                <a:solidFill>
                  <a:srgbClr val="003366"/>
                </a:solidFill>
                <a:latin typeface="Tahoma" pitchFamily="34" charset="0"/>
                <a:cs typeface="Tahoma" pitchFamily="34" charset="0"/>
              </a:rPr>
              <a:t>	} </a:t>
            </a:r>
          </a:p>
          <a:p>
            <a:r>
              <a:rPr lang="en-US" altLang="en-US" sz="1200" dirty="0">
                <a:solidFill>
                  <a:srgbClr val="003366"/>
                </a:solidFill>
                <a:latin typeface="Tahoma" pitchFamily="34" charset="0"/>
                <a:cs typeface="Tahoma" pitchFamily="34" charset="0"/>
              </a:rPr>
              <a:t>//--&gt;</a:t>
            </a:r>
          </a:p>
          <a:p>
            <a:r>
              <a:rPr lang="en-US" altLang="en-US" sz="1200" dirty="0">
                <a:solidFill>
                  <a:srgbClr val="003366"/>
                </a:solidFill>
                <a:latin typeface="Tahoma" pitchFamily="34" charset="0"/>
                <a:cs typeface="Tahoma" pitchFamily="34" charset="0"/>
              </a:rPr>
              <a:t>&lt;/SCRIPT&gt;</a:t>
            </a:r>
          </a:p>
          <a:p>
            <a:r>
              <a:rPr lang="en-US" altLang="en-US" sz="1200" dirty="0">
                <a:solidFill>
                  <a:srgbClr val="003366"/>
                </a:solidFill>
                <a:latin typeface="Tahoma" pitchFamily="34" charset="0"/>
                <a:cs typeface="Tahoma" pitchFamily="34" charset="0"/>
              </a:rPr>
              <a:t>&lt;/head&gt;</a:t>
            </a:r>
          </a:p>
          <a:p>
            <a:r>
              <a:rPr lang="en-US" altLang="en-US" sz="1200" dirty="0">
                <a:solidFill>
                  <a:srgbClr val="003366"/>
                </a:solidFill>
                <a:latin typeface="Tahoma" pitchFamily="34" charset="0"/>
                <a:cs typeface="Tahoma" pitchFamily="34" charset="0"/>
              </a:rPr>
              <a:t>&lt;body&gt;</a:t>
            </a:r>
          </a:p>
          <a:p>
            <a:r>
              <a:rPr lang="en-US" altLang="en-US" sz="1200" dirty="0">
                <a:solidFill>
                  <a:srgbClr val="003366"/>
                </a:solidFill>
                <a:latin typeface="Tahoma" pitchFamily="34" charset="0"/>
                <a:cs typeface="Tahoma" pitchFamily="34" charset="0"/>
              </a:rPr>
              <a:t>&lt;FORM Name="Form1"&gt; </a:t>
            </a:r>
          </a:p>
          <a:p>
            <a:r>
              <a:rPr lang="en-US" altLang="en-US" sz="1200" dirty="0">
                <a:solidFill>
                  <a:srgbClr val="003366"/>
                </a:solidFill>
                <a:latin typeface="Tahoma" pitchFamily="34" charset="0"/>
                <a:cs typeface="Tahoma" pitchFamily="34" charset="0"/>
              </a:rPr>
              <a:t>	&lt;INPUT TYPE=“BUTTON” </a:t>
            </a:r>
          </a:p>
          <a:p>
            <a:r>
              <a:rPr lang="en-US" altLang="en-US" sz="1200" dirty="0">
                <a:solidFill>
                  <a:srgbClr val="003366"/>
                </a:solidFill>
                <a:latin typeface="Tahoma" pitchFamily="34" charset="0"/>
                <a:cs typeface="Tahoma" pitchFamily="34" charset="0"/>
              </a:rPr>
              <a:t>	VALUE="Click me" </a:t>
            </a:r>
          </a:p>
          <a:p>
            <a:r>
              <a:rPr lang="en-US" altLang="en-US" sz="1200" dirty="0">
                <a:solidFill>
                  <a:srgbClr val="003366"/>
                </a:solidFill>
                <a:latin typeface="Tahoma" pitchFamily="34" charset="0"/>
                <a:cs typeface="Tahoma" pitchFamily="34" charset="0"/>
              </a:rPr>
              <a:t>	NAME="</a:t>
            </a:r>
            <a:r>
              <a:rPr lang="en-US" altLang="en-US" sz="1200" dirty="0" err="1">
                <a:solidFill>
                  <a:srgbClr val="003366"/>
                </a:solidFill>
                <a:latin typeface="Tahoma" pitchFamily="34" charset="0"/>
                <a:cs typeface="Tahoma" pitchFamily="34" charset="0"/>
              </a:rPr>
              <a:t>BtnHello</a:t>
            </a:r>
            <a:r>
              <a:rPr lang="en-US" altLang="en-US" sz="1200" dirty="0">
                <a:solidFill>
                  <a:srgbClr val="003366"/>
                </a:solidFill>
                <a:latin typeface="Tahoma" pitchFamily="34" charset="0"/>
                <a:cs typeface="Tahoma" pitchFamily="34" charset="0"/>
              </a:rPr>
              <a:t>" </a:t>
            </a:r>
          </a:p>
          <a:p>
            <a:r>
              <a:rPr lang="en-US" altLang="en-US" sz="1200" dirty="0">
                <a:solidFill>
                  <a:srgbClr val="003366"/>
                </a:solidFill>
                <a:latin typeface="Tahoma" pitchFamily="34" charset="0"/>
                <a:cs typeface="Tahoma" pitchFamily="34" charset="0"/>
              </a:rPr>
              <a:t>	</a:t>
            </a:r>
            <a:r>
              <a:rPr lang="en-US" altLang="en-US" sz="1200" dirty="0" err="1">
                <a:solidFill>
                  <a:srgbClr val="003366"/>
                </a:solidFill>
                <a:latin typeface="Tahoma" pitchFamily="34" charset="0"/>
                <a:cs typeface="Tahoma" pitchFamily="34" charset="0"/>
              </a:rPr>
              <a:t>OnClick</a:t>
            </a:r>
            <a:r>
              <a:rPr lang="en-US" altLang="en-US" sz="1200" dirty="0">
                <a:solidFill>
                  <a:srgbClr val="003366"/>
                </a:solidFill>
                <a:latin typeface="Tahoma" pitchFamily="34" charset="0"/>
                <a:cs typeface="Tahoma" pitchFamily="34" charset="0"/>
              </a:rPr>
              <a:t>="</a:t>
            </a:r>
            <a:r>
              <a:rPr lang="en-US" altLang="en-US" sz="1200" dirty="0" err="1">
                <a:solidFill>
                  <a:srgbClr val="003366"/>
                </a:solidFill>
                <a:latin typeface="Tahoma" pitchFamily="34" charset="0"/>
                <a:cs typeface="Tahoma" pitchFamily="34" charset="0"/>
              </a:rPr>
              <a:t>Press_OnClick</a:t>
            </a:r>
            <a:r>
              <a:rPr lang="en-US" altLang="en-US" sz="1200" dirty="0">
                <a:solidFill>
                  <a:srgbClr val="003366"/>
                </a:solidFill>
                <a:latin typeface="Tahoma" pitchFamily="34" charset="0"/>
                <a:cs typeface="Tahoma" pitchFamily="34" charset="0"/>
              </a:rPr>
              <a:t>()“/&gt; </a:t>
            </a:r>
          </a:p>
          <a:p>
            <a:r>
              <a:rPr lang="en-US" altLang="en-US" sz="1200" dirty="0">
                <a:solidFill>
                  <a:srgbClr val="003366"/>
                </a:solidFill>
                <a:latin typeface="Tahoma" pitchFamily="34" charset="0"/>
                <a:cs typeface="Tahoma" pitchFamily="34" charset="0"/>
              </a:rPr>
              <a:t>&lt;/FORM&gt;</a:t>
            </a:r>
          </a:p>
          <a:p>
            <a:r>
              <a:rPr lang="en-US" altLang="en-US" sz="1200" dirty="0">
                <a:solidFill>
                  <a:srgbClr val="003366"/>
                </a:solidFill>
                <a:latin typeface="Tahoma" pitchFamily="34" charset="0"/>
                <a:cs typeface="Tahoma" pitchFamily="34" charset="0"/>
              </a:rPr>
              <a:t>&lt;/body&gt;</a:t>
            </a:r>
          </a:p>
          <a:p>
            <a:r>
              <a:rPr lang="en-US" altLang="en-US" sz="1200" dirty="0">
                <a:solidFill>
                  <a:srgbClr val="003366"/>
                </a:solidFill>
                <a:latin typeface="Tahoma" pitchFamily="34" charset="0"/>
                <a:cs typeface="Tahoma" pitchFamily="34" charset="0"/>
              </a:rPr>
              <a:t>&lt;html&gt;</a:t>
            </a:r>
          </a:p>
        </p:txBody>
      </p:sp>
      <p:sp>
        <p:nvSpPr>
          <p:cNvPr id="5" name="Rectangle 4"/>
          <p:cNvSpPr>
            <a:spLocks noChangeArrowheads="1"/>
          </p:cNvSpPr>
          <p:nvPr/>
        </p:nvSpPr>
        <p:spPr bwMode="auto">
          <a:xfrm>
            <a:off x="5029200" y="1905000"/>
            <a:ext cx="3810000" cy="3418501"/>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r>
              <a:rPr lang="en-US" altLang="en-US" sz="1200" dirty="0">
                <a:solidFill>
                  <a:srgbClr val="003366"/>
                </a:solidFill>
                <a:latin typeface="Tahoma" pitchFamily="34" charset="0"/>
                <a:cs typeface="Tahoma" pitchFamily="34" charset="0"/>
              </a:rPr>
              <a:t>&lt;HTML&gt;</a:t>
            </a:r>
          </a:p>
          <a:p>
            <a:r>
              <a:rPr lang="en-US" altLang="en-US" sz="1200" dirty="0">
                <a:solidFill>
                  <a:srgbClr val="003366"/>
                </a:solidFill>
                <a:latin typeface="Tahoma" pitchFamily="34" charset="0"/>
                <a:cs typeface="Tahoma" pitchFamily="34" charset="0"/>
              </a:rPr>
              <a:t>&lt;HEAD&gt;</a:t>
            </a:r>
          </a:p>
          <a:p>
            <a:r>
              <a:rPr lang="en-US" altLang="en-US" sz="1200" dirty="0">
                <a:solidFill>
                  <a:srgbClr val="003366"/>
                </a:solidFill>
                <a:latin typeface="Tahoma" pitchFamily="34" charset="0"/>
                <a:cs typeface="Tahoma" pitchFamily="34" charset="0"/>
              </a:rPr>
              <a:t>&lt;SCRIPT LANGUAGE="VBScript"&gt;</a:t>
            </a:r>
          </a:p>
          <a:p>
            <a:r>
              <a:rPr lang="en-US" altLang="en-US" sz="1200" dirty="0">
                <a:solidFill>
                  <a:srgbClr val="003366"/>
                </a:solidFill>
                <a:latin typeface="Tahoma" pitchFamily="34" charset="0"/>
                <a:cs typeface="Tahoma" pitchFamily="34" charset="0"/>
              </a:rPr>
              <a:t>&lt;!--</a:t>
            </a:r>
          </a:p>
          <a:p>
            <a:r>
              <a:rPr lang="en-US" altLang="en-US" sz="1200" dirty="0">
                <a:solidFill>
                  <a:srgbClr val="003366"/>
                </a:solidFill>
                <a:latin typeface="Tahoma" pitchFamily="34" charset="0"/>
                <a:cs typeface="Tahoma" pitchFamily="34" charset="0"/>
              </a:rPr>
              <a:t>Sub Button1_OnClick</a:t>
            </a:r>
          </a:p>
          <a:p>
            <a:r>
              <a:rPr lang="en-US" altLang="en-US" sz="1200" dirty="0">
                <a:solidFill>
                  <a:srgbClr val="003366"/>
                </a:solidFill>
                <a:latin typeface="Tahoma" pitchFamily="34" charset="0"/>
                <a:cs typeface="Tahoma" pitchFamily="34" charset="0"/>
              </a:rPr>
              <a:t>   </a:t>
            </a:r>
            <a:r>
              <a:rPr lang="en-US" altLang="en-US" sz="1200" dirty="0" err="1">
                <a:solidFill>
                  <a:srgbClr val="003366"/>
                </a:solidFill>
                <a:latin typeface="Tahoma" pitchFamily="34" charset="0"/>
                <a:cs typeface="Tahoma" pitchFamily="34" charset="0"/>
              </a:rPr>
              <a:t>MsgBox</a:t>
            </a:r>
            <a:r>
              <a:rPr lang="en-US" altLang="en-US" sz="1200" dirty="0">
                <a:solidFill>
                  <a:srgbClr val="003366"/>
                </a:solidFill>
                <a:latin typeface="Tahoma" pitchFamily="34" charset="0"/>
                <a:cs typeface="Tahoma" pitchFamily="34" charset="0"/>
              </a:rPr>
              <a:t> "Hello, ORT !"</a:t>
            </a:r>
          </a:p>
          <a:p>
            <a:r>
              <a:rPr lang="en-US" altLang="en-US" sz="1200" dirty="0">
                <a:solidFill>
                  <a:srgbClr val="003366"/>
                </a:solidFill>
                <a:latin typeface="Tahoma" pitchFamily="34" charset="0"/>
                <a:cs typeface="Tahoma" pitchFamily="34" charset="0"/>
              </a:rPr>
              <a:t>End Sub</a:t>
            </a:r>
          </a:p>
          <a:p>
            <a:r>
              <a:rPr lang="en-US" altLang="en-US" sz="1200" dirty="0">
                <a:solidFill>
                  <a:srgbClr val="003366"/>
                </a:solidFill>
                <a:latin typeface="Tahoma" pitchFamily="34" charset="0"/>
                <a:cs typeface="Tahoma" pitchFamily="34" charset="0"/>
              </a:rPr>
              <a:t>--&gt;</a:t>
            </a:r>
          </a:p>
          <a:p>
            <a:r>
              <a:rPr lang="en-US" altLang="en-US" sz="1200" dirty="0">
                <a:solidFill>
                  <a:srgbClr val="003366"/>
                </a:solidFill>
                <a:latin typeface="Tahoma" pitchFamily="34" charset="0"/>
                <a:cs typeface="Tahoma" pitchFamily="34" charset="0"/>
              </a:rPr>
              <a:t>&lt;/SCRIPT&gt;</a:t>
            </a:r>
          </a:p>
          <a:p>
            <a:r>
              <a:rPr lang="en-US" altLang="en-US" sz="1200" dirty="0">
                <a:solidFill>
                  <a:srgbClr val="003366"/>
                </a:solidFill>
                <a:latin typeface="Tahoma" pitchFamily="34" charset="0"/>
                <a:cs typeface="Tahoma" pitchFamily="34" charset="0"/>
              </a:rPr>
              <a:t>&lt;/HEAD&gt;</a:t>
            </a:r>
          </a:p>
          <a:p>
            <a:r>
              <a:rPr lang="en-US" altLang="en-US" sz="1200" dirty="0">
                <a:solidFill>
                  <a:srgbClr val="003366"/>
                </a:solidFill>
                <a:latin typeface="Tahoma" pitchFamily="34" charset="0"/>
                <a:cs typeface="Tahoma" pitchFamily="34" charset="0"/>
              </a:rPr>
              <a:t>&lt;BODY&gt;</a:t>
            </a:r>
          </a:p>
          <a:p>
            <a:r>
              <a:rPr lang="en-US" altLang="en-US" sz="1200" dirty="0">
                <a:solidFill>
                  <a:srgbClr val="003366"/>
                </a:solidFill>
                <a:latin typeface="Tahoma" pitchFamily="34" charset="0"/>
                <a:cs typeface="Tahoma" pitchFamily="34" charset="0"/>
              </a:rPr>
              <a:t>&lt;FORM&gt;</a:t>
            </a:r>
          </a:p>
          <a:p>
            <a:r>
              <a:rPr lang="en-US" altLang="en-US" sz="1200" dirty="0">
                <a:solidFill>
                  <a:srgbClr val="003366"/>
                </a:solidFill>
                <a:latin typeface="Tahoma" pitchFamily="34" charset="0"/>
                <a:cs typeface="Tahoma" pitchFamily="34" charset="0"/>
              </a:rPr>
              <a:t>	&lt;INPUT NAME="Button1“</a:t>
            </a:r>
          </a:p>
          <a:p>
            <a:r>
              <a:rPr lang="en-US" altLang="en-US" sz="1200" dirty="0">
                <a:solidFill>
                  <a:srgbClr val="003366"/>
                </a:solidFill>
                <a:latin typeface="Tahoma" pitchFamily="34" charset="0"/>
                <a:cs typeface="Tahoma" pitchFamily="34" charset="0"/>
              </a:rPr>
              <a:t>	 TYPE="BUTTON" </a:t>
            </a:r>
          </a:p>
          <a:p>
            <a:r>
              <a:rPr lang="en-US" altLang="en-US" sz="1200" dirty="0">
                <a:solidFill>
                  <a:srgbClr val="003366"/>
                </a:solidFill>
                <a:latin typeface="Tahoma" pitchFamily="34" charset="0"/>
                <a:cs typeface="Tahoma" pitchFamily="34" charset="0"/>
              </a:rPr>
              <a:t>	VALUE="Hello Button"&gt;</a:t>
            </a:r>
          </a:p>
          <a:p>
            <a:r>
              <a:rPr lang="en-US" altLang="en-US" sz="1200" dirty="0">
                <a:solidFill>
                  <a:srgbClr val="003366"/>
                </a:solidFill>
                <a:latin typeface="Tahoma" pitchFamily="34" charset="0"/>
                <a:cs typeface="Tahoma" pitchFamily="34" charset="0"/>
              </a:rPr>
              <a:t>&lt;/FORM&gt;</a:t>
            </a:r>
          </a:p>
          <a:p>
            <a:r>
              <a:rPr lang="en-US" altLang="en-US" sz="1200" dirty="0">
                <a:solidFill>
                  <a:srgbClr val="003366"/>
                </a:solidFill>
                <a:latin typeface="Tahoma" pitchFamily="34" charset="0"/>
                <a:cs typeface="Tahoma" pitchFamily="34" charset="0"/>
              </a:rPr>
              <a:t>&lt;/BODY&gt;</a:t>
            </a:r>
          </a:p>
          <a:p>
            <a:r>
              <a:rPr lang="en-US" altLang="en-US" sz="1200" dirty="0">
                <a:solidFill>
                  <a:srgbClr val="003366"/>
                </a:solidFill>
                <a:latin typeface="Tahoma" pitchFamily="34" charset="0"/>
                <a:cs typeface="Tahoma" pitchFamily="34" charset="0"/>
              </a:rPr>
              <a:t>&lt;/HTML&gt;</a:t>
            </a:r>
          </a:p>
        </p:txBody>
      </p:sp>
    </p:spTree>
    <p:extLst>
      <p:ext uri="{BB962C8B-B14F-4D97-AF65-F5344CB8AC3E}">
        <p14:creationId xmlns:p14="http://schemas.microsoft.com/office/powerpoint/2010/main" val="2531035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en-US" altLang="en-US"/>
              <a:t>ASP example</a:t>
            </a:r>
          </a:p>
        </p:txBody>
      </p:sp>
      <p:sp>
        <p:nvSpPr>
          <p:cNvPr id="138244" name="Rectangle 4"/>
          <p:cNvSpPr>
            <a:spLocks noChangeArrowheads="1"/>
          </p:cNvSpPr>
          <p:nvPr/>
        </p:nvSpPr>
        <p:spPr bwMode="auto">
          <a:xfrm>
            <a:off x="2209800" y="1752600"/>
            <a:ext cx="6324600" cy="143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lang="en-US" altLang="en-US" sz="1800" b="1" dirty="0">
                <a:solidFill>
                  <a:srgbClr val="FF3300"/>
                </a:solidFill>
                <a:latin typeface="Tahoma" pitchFamily="34" charset="0"/>
                <a:cs typeface="Tahoma" pitchFamily="34" charset="0"/>
              </a:rPr>
              <a:t>Active Server Pages (ASP)</a:t>
            </a:r>
            <a:r>
              <a:rPr lang="en-US" altLang="en-US" sz="1400" dirty="0">
                <a:latin typeface="Tahoma" pitchFamily="34" charset="0"/>
                <a:cs typeface="Tahoma" pitchFamily="34" charset="0"/>
              </a:rPr>
              <a:t> </a:t>
            </a:r>
          </a:p>
          <a:p>
            <a:pPr lvl="1"/>
            <a:r>
              <a:rPr lang="en-US" altLang="en-US" sz="1400" dirty="0">
                <a:latin typeface="Tahoma" pitchFamily="34" charset="0"/>
                <a:cs typeface="Tahoma" pitchFamily="34" charset="0"/>
              </a:rPr>
              <a:t>scripting technology is written for and performed by the server side of the Web site. It allows to do many of the same functions that VBScript and Jscript can do on the client side, including determine user browsers, manipulate ActiveX and Java components, and build many different kinds of function</a:t>
            </a:r>
          </a:p>
        </p:txBody>
      </p:sp>
      <p:sp>
        <p:nvSpPr>
          <p:cNvPr id="138246" name="AutoShape 6" descr="mk:@MSITStore:C:\Program%20Files\Microsoft%20Visual%20Studio\MSDN\2000JUL\1033\vidref.chm::/html/vi53ud1.gif"/>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en-GB"/>
          </a:p>
        </p:txBody>
      </p:sp>
      <p:sp>
        <p:nvSpPr>
          <p:cNvPr id="138248" name="AutoShape 8" descr="mk:@MSITStore:C:\Program%20Files\Microsoft%20Visual%20Studio\MSDN\2000JUL\1033\vidref.chm::/html/vi53ud1.gif"/>
          <p:cNvSpPr>
            <a:spLocks noChangeAspect="1" noChangeArrowheads="1"/>
          </p:cNvSpPr>
          <p:nvPr/>
        </p:nvSpPr>
        <p:spPr bwMode="auto">
          <a:xfrm>
            <a:off x="2457450" y="32464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en-GB"/>
          </a:p>
        </p:txBody>
      </p:sp>
      <p:sp>
        <p:nvSpPr>
          <p:cNvPr id="138252" name="Rectangle 12"/>
          <p:cNvSpPr>
            <a:spLocks noChangeArrowheads="1"/>
          </p:cNvSpPr>
          <p:nvPr/>
        </p:nvSpPr>
        <p:spPr bwMode="auto">
          <a:xfrm>
            <a:off x="3124200" y="3962400"/>
            <a:ext cx="1295400" cy="15938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ltLang="en-US" sz="1400">
                <a:solidFill>
                  <a:srgbClr val="003366"/>
                </a:solidFill>
              </a:rPr>
              <a:t>&lt;html&gt;</a:t>
            </a:r>
          </a:p>
          <a:p>
            <a:pPr>
              <a:spcBef>
                <a:spcPct val="50000"/>
              </a:spcBef>
            </a:pPr>
            <a:r>
              <a:rPr lang="en-US" altLang="en-US" sz="1400">
                <a:solidFill>
                  <a:srgbClr val="003366"/>
                </a:solidFill>
              </a:rPr>
              <a:t>&lt;body&gt;</a:t>
            </a:r>
          </a:p>
          <a:p>
            <a:pPr>
              <a:spcBef>
                <a:spcPct val="50000"/>
              </a:spcBef>
            </a:pPr>
            <a:r>
              <a:rPr lang="en-US" altLang="en-US" sz="1400">
                <a:solidFill>
                  <a:srgbClr val="003366"/>
                </a:solidFill>
              </a:rPr>
              <a:t>Hello ORT !</a:t>
            </a:r>
          </a:p>
          <a:p>
            <a:pPr>
              <a:spcBef>
                <a:spcPct val="50000"/>
              </a:spcBef>
            </a:pPr>
            <a:r>
              <a:rPr lang="en-US" altLang="en-US" sz="1400">
                <a:solidFill>
                  <a:srgbClr val="003366"/>
                </a:solidFill>
              </a:rPr>
              <a:t>&lt;/body&gt;</a:t>
            </a:r>
          </a:p>
          <a:p>
            <a:pPr>
              <a:spcBef>
                <a:spcPct val="50000"/>
              </a:spcBef>
            </a:pPr>
            <a:r>
              <a:rPr lang="en-US" altLang="en-US" sz="1400">
                <a:solidFill>
                  <a:srgbClr val="003366"/>
                </a:solidFill>
              </a:rPr>
              <a:t>&lt;/html&gt;</a:t>
            </a:r>
          </a:p>
        </p:txBody>
      </p:sp>
      <p:graphicFrame>
        <p:nvGraphicFramePr>
          <p:cNvPr id="138253" name="Object 13"/>
          <p:cNvGraphicFramePr>
            <a:graphicFrameLocks noChangeAspect="1"/>
          </p:cNvGraphicFramePr>
          <p:nvPr/>
        </p:nvGraphicFramePr>
        <p:xfrm>
          <a:off x="5105400" y="3657600"/>
          <a:ext cx="2566988" cy="2084388"/>
        </p:xfrm>
        <a:graphic>
          <a:graphicData uri="http://schemas.openxmlformats.org/presentationml/2006/ole">
            <mc:AlternateContent xmlns:mc="http://schemas.openxmlformats.org/markup-compatibility/2006">
              <mc:Choice xmlns:v="urn:schemas-microsoft-com:vml" Requires="v">
                <p:oleObj name="Image" r:id="rId2" imgW="2566890" imgH="2084010" progId="Photoshop.Image.5">
                  <p:embed/>
                </p:oleObj>
              </mc:Choice>
              <mc:Fallback>
                <p:oleObj name="Image" r:id="rId2" imgW="2566890" imgH="2084010" progId="Photoshop.Image.5">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3657600"/>
                        <a:ext cx="2566988" cy="20843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8255" name="Line 15"/>
          <p:cNvSpPr>
            <a:spLocks noChangeShapeType="1"/>
          </p:cNvSpPr>
          <p:nvPr/>
        </p:nvSpPr>
        <p:spPr bwMode="auto">
          <a:xfrm flipH="1">
            <a:off x="4419600" y="4800600"/>
            <a:ext cx="609600" cy="0"/>
          </a:xfrm>
          <a:prstGeom prst="line">
            <a:avLst/>
          </a:prstGeom>
          <a:noFill/>
          <a:ln w="88900">
            <a:solidFill>
              <a:srgbClr val="FFCC99"/>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Tree>
    <p:extLst>
      <p:ext uri="{BB962C8B-B14F-4D97-AF65-F5344CB8AC3E}">
        <p14:creationId xmlns:p14="http://schemas.microsoft.com/office/powerpoint/2010/main" val="2631711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en-US" altLang="en-US" dirty="0"/>
              <a:t>ASPX example</a:t>
            </a:r>
          </a:p>
        </p:txBody>
      </p:sp>
      <p:sp>
        <p:nvSpPr>
          <p:cNvPr id="138244" name="Rectangle 4"/>
          <p:cNvSpPr>
            <a:spLocks noChangeArrowheads="1"/>
          </p:cNvSpPr>
          <p:nvPr/>
        </p:nvSpPr>
        <p:spPr bwMode="auto">
          <a:xfrm>
            <a:off x="1676400" y="1371600"/>
            <a:ext cx="6324600" cy="123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lang="en-US" altLang="en-US" b="1" dirty="0">
                <a:solidFill>
                  <a:srgbClr val="FF3300"/>
                </a:solidFill>
                <a:latin typeface="Tahoma" pitchFamily="34" charset="0"/>
                <a:cs typeface="Tahoma" pitchFamily="34" charset="0"/>
              </a:rPr>
              <a:t>ASP.NET</a:t>
            </a:r>
          </a:p>
          <a:p>
            <a:pPr lvl="1"/>
            <a:r>
              <a:rPr lang="en-GB" altLang="en-US" sz="1400" dirty="0">
                <a:latin typeface="Tahoma" pitchFamily="34" charset="0"/>
                <a:cs typeface="Tahoma" pitchFamily="34" charset="0"/>
              </a:rPr>
              <a:t>is an open-source server-side Web application framework designed for Web development to produce dynamic Web pages. It was developed by Microsoft to allow programmers to build dynamic web sites, web applications and web services.</a:t>
            </a:r>
            <a:endParaRPr lang="en-US" altLang="en-US" sz="1400" dirty="0">
              <a:latin typeface="Tahoma" pitchFamily="34" charset="0"/>
              <a:cs typeface="Tahoma" pitchFamily="34" charset="0"/>
            </a:endParaRPr>
          </a:p>
        </p:txBody>
      </p:sp>
      <p:sp>
        <p:nvSpPr>
          <p:cNvPr id="138246" name="AutoShape 6" descr="mk:@MSITStore:C:\Program%20Files\Microsoft%20Visual%20Studio\MSDN\2000JUL\1033\vidref.chm::/html/vi53ud1.gif"/>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en-GB"/>
          </a:p>
        </p:txBody>
      </p:sp>
      <p:sp>
        <p:nvSpPr>
          <p:cNvPr id="138248" name="AutoShape 8" descr="mk:@MSITStore:C:\Program%20Files\Microsoft%20Visual%20Studio\MSDN\2000JUL\1033\vidref.chm::/html/vi53ud1.gif"/>
          <p:cNvSpPr>
            <a:spLocks noChangeAspect="1" noChangeArrowheads="1"/>
          </p:cNvSpPr>
          <p:nvPr/>
        </p:nvSpPr>
        <p:spPr bwMode="auto">
          <a:xfrm>
            <a:off x="2457450" y="32464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en-GB"/>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3350651"/>
            <a:ext cx="3886200" cy="22565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246438"/>
            <a:ext cx="3654209" cy="2464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8255" name="Line 15"/>
          <p:cNvSpPr>
            <a:spLocks noChangeShapeType="1"/>
          </p:cNvSpPr>
          <p:nvPr/>
        </p:nvSpPr>
        <p:spPr bwMode="auto">
          <a:xfrm>
            <a:off x="3749459" y="4031411"/>
            <a:ext cx="723900" cy="0"/>
          </a:xfrm>
          <a:prstGeom prst="line">
            <a:avLst/>
          </a:prstGeom>
          <a:noFill/>
          <a:ln w="88900">
            <a:solidFill>
              <a:srgbClr val="FFCC99"/>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Tree>
    <p:extLst>
      <p:ext uri="{BB962C8B-B14F-4D97-AF65-F5344CB8AC3E}">
        <p14:creationId xmlns:p14="http://schemas.microsoft.com/office/powerpoint/2010/main" val="1901037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ltLang="en-US"/>
              <a:t>HTML – basic elements</a:t>
            </a:r>
          </a:p>
        </p:txBody>
      </p:sp>
      <p:sp>
        <p:nvSpPr>
          <p:cNvPr id="142339" name="Rectangle 3"/>
          <p:cNvSpPr>
            <a:spLocks noGrp="1" noChangeArrowheads="1"/>
          </p:cNvSpPr>
          <p:nvPr>
            <p:ph type="body" idx="1"/>
          </p:nvPr>
        </p:nvSpPr>
        <p:spPr>
          <a:xfrm>
            <a:off x="304801" y="2209800"/>
            <a:ext cx="8382000" cy="2971800"/>
          </a:xfrm>
        </p:spPr>
        <p:txBody>
          <a:bodyPr>
            <a:noAutofit/>
          </a:bodyPr>
          <a:lstStyle/>
          <a:p>
            <a:pPr>
              <a:lnSpc>
                <a:spcPct val="90000"/>
              </a:lnSpc>
            </a:pPr>
            <a:r>
              <a:rPr lang="en-US" altLang="en-US" sz="2800" dirty="0"/>
              <a:t>Every element has name</a:t>
            </a:r>
          </a:p>
          <a:p>
            <a:pPr>
              <a:lnSpc>
                <a:spcPct val="90000"/>
              </a:lnSpc>
            </a:pPr>
            <a:r>
              <a:rPr lang="en-US" altLang="en-US" sz="2800" dirty="0"/>
              <a:t>Start tag </a:t>
            </a:r>
          </a:p>
          <a:p>
            <a:pPr>
              <a:lnSpc>
                <a:spcPct val="90000"/>
              </a:lnSpc>
            </a:pPr>
            <a:r>
              <a:rPr lang="en-US" altLang="en-US" sz="2800" dirty="0"/>
              <a:t>End tag</a:t>
            </a:r>
          </a:p>
          <a:p>
            <a:pPr>
              <a:lnSpc>
                <a:spcPct val="90000"/>
              </a:lnSpc>
            </a:pPr>
            <a:r>
              <a:rPr lang="en-US" altLang="en-US" sz="2800" dirty="0"/>
              <a:t>Most element s have content</a:t>
            </a:r>
          </a:p>
          <a:p>
            <a:pPr>
              <a:lnSpc>
                <a:spcPct val="90000"/>
              </a:lnSpc>
            </a:pPr>
            <a:r>
              <a:rPr lang="en-US" altLang="en-US" sz="2800" dirty="0"/>
              <a:t>Some elements have no content</a:t>
            </a:r>
          </a:p>
          <a:p>
            <a:pPr>
              <a:lnSpc>
                <a:spcPct val="90000"/>
              </a:lnSpc>
              <a:buFont typeface="Monotype Sorts" pitchFamily="2" charset="2"/>
              <a:buNone/>
            </a:pPr>
            <a:endParaRPr lang="en-US" altLang="en-US" sz="2800" dirty="0"/>
          </a:p>
          <a:p>
            <a:pPr>
              <a:lnSpc>
                <a:spcPct val="90000"/>
              </a:lnSpc>
            </a:pPr>
            <a:r>
              <a:rPr lang="en-US" altLang="en-US" sz="2800" dirty="0"/>
              <a:t>Some elements have no end tags</a:t>
            </a:r>
          </a:p>
        </p:txBody>
      </p:sp>
      <p:sp>
        <p:nvSpPr>
          <p:cNvPr id="142340" name="Rectangle 4"/>
          <p:cNvSpPr>
            <a:spLocks noChangeArrowheads="1"/>
          </p:cNvSpPr>
          <p:nvPr/>
        </p:nvSpPr>
        <p:spPr bwMode="auto">
          <a:xfrm>
            <a:off x="5086350" y="2209800"/>
            <a:ext cx="1273175" cy="457200"/>
          </a:xfrm>
          <a:prstGeom prst="rect">
            <a:avLst/>
          </a:prstGeom>
          <a:solidFill>
            <a:srgbClr val="FFFFCC"/>
          </a:solidFill>
          <a:ln>
            <a:noFill/>
          </a:ln>
          <a:effectLst/>
        </p:spPr>
        <p:txBody>
          <a:bodyPr wrap="none" lIns="90000" tIns="46800" rIns="90000" bIns="46800">
            <a:spAutoFit/>
          </a:bodyPr>
          <a:lstStyle/>
          <a:p>
            <a:r>
              <a:rPr kumimoji="1" lang="en-US" altLang="en-US" sz="2400" dirty="0">
                <a:latin typeface="Arial" charset="0"/>
              </a:rPr>
              <a:t>&lt;</a:t>
            </a:r>
            <a:r>
              <a:rPr kumimoji="1" lang="en-US" altLang="en-US" sz="2400" dirty="0">
                <a:solidFill>
                  <a:srgbClr val="FF3300"/>
                </a:solidFill>
                <a:latin typeface="Arial" charset="0"/>
              </a:rPr>
              <a:t>body</a:t>
            </a:r>
            <a:r>
              <a:rPr kumimoji="1" lang="en-US" altLang="en-US" sz="2400" dirty="0">
                <a:latin typeface="Arial" charset="0"/>
              </a:rPr>
              <a:t> ..</a:t>
            </a:r>
          </a:p>
        </p:txBody>
      </p:sp>
      <p:sp>
        <p:nvSpPr>
          <p:cNvPr id="142341" name="Rectangle 5"/>
          <p:cNvSpPr>
            <a:spLocks noChangeArrowheads="1"/>
          </p:cNvSpPr>
          <p:nvPr/>
        </p:nvSpPr>
        <p:spPr bwMode="auto">
          <a:xfrm>
            <a:off x="6457950" y="2209800"/>
            <a:ext cx="1273175" cy="457200"/>
          </a:xfrm>
          <a:prstGeom prst="rect">
            <a:avLst/>
          </a:prstGeom>
          <a:solidFill>
            <a:srgbClr val="FFFFCC"/>
          </a:solidFill>
          <a:ln>
            <a:noFill/>
          </a:ln>
          <a:effectLst/>
        </p:spPr>
        <p:txBody>
          <a:bodyPr wrap="none" lIns="90000" tIns="46800" rIns="90000" bIns="46800">
            <a:spAutoFit/>
          </a:bodyPr>
          <a:lstStyle/>
          <a:p>
            <a:r>
              <a:rPr kumimoji="1" lang="en-US" altLang="en-US" sz="2400" dirty="0">
                <a:latin typeface="Arial" charset="0"/>
              </a:rPr>
              <a:t>&lt;</a:t>
            </a:r>
            <a:r>
              <a:rPr kumimoji="1" lang="en-US" altLang="en-US" sz="2400" dirty="0">
                <a:solidFill>
                  <a:srgbClr val="FF3300"/>
                </a:solidFill>
                <a:latin typeface="Arial" charset="0"/>
              </a:rPr>
              <a:t>table</a:t>
            </a:r>
            <a:r>
              <a:rPr kumimoji="1" lang="en-US" altLang="en-US" sz="2400" dirty="0">
                <a:latin typeface="Arial" charset="0"/>
              </a:rPr>
              <a:t> ..</a:t>
            </a:r>
          </a:p>
        </p:txBody>
      </p:sp>
      <p:sp>
        <p:nvSpPr>
          <p:cNvPr id="142342" name="Rectangle 6"/>
          <p:cNvSpPr>
            <a:spLocks noChangeArrowheads="1"/>
          </p:cNvSpPr>
          <p:nvPr/>
        </p:nvSpPr>
        <p:spPr bwMode="auto">
          <a:xfrm>
            <a:off x="7829550" y="2209800"/>
            <a:ext cx="781050" cy="457200"/>
          </a:xfrm>
          <a:prstGeom prst="rect">
            <a:avLst/>
          </a:prstGeom>
          <a:solidFill>
            <a:srgbClr val="FFFFCC"/>
          </a:solidFill>
          <a:ln>
            <a:noFill/>
          </a:ln>
          <a:effectLst/>
        </p:spPr>
        <p:txBody>
          <a:bodyPr wrap="none" lIns="90000" tIns="46800" rIns="90000" bIns="46800">
            <a:spAutoFit/>
          </a:bodyPr>
          <a:lstStyle/>
          <a:p>
            <a:r>
              <a:rPr kumimoji="1" lang="en-US" altLang="en-US" sz="2400" dirty="0">
                <a:latin typeface="Arial" charset="0"/>
              </a:rPr>
              <a:t>&lt;</a:t>
            </a:r>
            <a:r>
              <a:rPr kumimoji="1" lang="en-US" altLang="en-US" sz="2400" dirty="0">
                <a:solidFill>
                  <a:srgbClr val="FF3300"/>
                </a:solidFill>
                <a:latin typeface="Arial" charset="0"/>
              </a:rPr>
              <a:t>p</a:t>
            </a:r>
            <a:r>
              <a:rPr kumimoji="1" lang="en-US" altLang="en-US" sz="2400" dirty="0">
                <a:latin typeface="Arial" charset="0"/>
              </a:rPr>
              <a:t> ..</a:t>
            </a:r>
          </a:p>
        </p:txBody>
      </p:sp>
      <p:sp>
        <p:nvSpPr>
          <p:cNvPr id="142343" name="Rectangle 7"/>
          <p:cNvSpPr>
            <a:spLocks noChangeArrowheads="1"/>
          </p:cNvSpPr>
          <p:nvPr/>
        </p:nvSpPr>
        <p:spPr bwMode="auto">
          <a:xfrm>
            <a:off x="2408492" y="2590800"/>
            <a:ext cx="611188" cy="457200"/>
          </a:xfrm>
          <a:prstGeom prst="rect">
            <a:avLst/>
          </a:prstGeom>
          <a:solidFill>
            <a:srgbClr val="FFFFCC"/>
          </a:solidFill>
          <a:ln>
            <a:noFill/>
          </a:ln>
          <a:effectLst/>
        </p:spPr>
        <p:txBody>
          <a:bodyPr wrap="none" lIns="90000" tIns="46800" rIns="90000" bIns="46800">
            <a:spAutoFit/>
          </a:bodyPr>
          <a:lstStyle/>
          <a:p>
            <a:r>
              <a:rPr kumimoji="1" lang="en-US" altLang="en-US" sz="2400" dirty="0">
                <a:solidFill>
                  <a:srgbClr val="FF3300"/>
                </a:solidFill>
                <a:latin typeface="Arial" charset="0"/>
              </a:rPr>
              <a:t>&lt;</a:t>
            </a:r>
            <a:r>
              <a:rPr kumimoji="1" lang="en-US" altLang="en-US" sz="2400" dirty="0">
                <a:latin typeface="Arial" charset="0"/>
              </a:rPr>
              <a:t> ..</a:t>
            </a:r>
          </a:p>
        </p:txBody>
      </p:sp>
      <p:sp>
        <p:nvSpPr>
          <p:cNvPr id="142344" name="Rectangle 8"/>
          <p:cNvSpPr>
            <a:spLocks noChangeArrowheads="1"/>
          </p:cNvSpPr>
          <p:nvPr/>
        </p:nvSpPr>
        <p:spPr bwMode="auto">
          <a:xfrm>
            <a:off x="3587302" y="2997679"/>
            <a:ext cx="695325" cy="457200"/>
          </a:xfrm>
          <a:prstGeom prst="rect">
            <a:avLst/>
          </a:prstGeom>
          <a:solidFill>
            <a:srgbClr val="FFFFCC"/>
          </a:solidFill>
          <a:ln>
            <a:noFill/>
          </a:ln>
          <a:effectLst/>
        </p:spPr>
        <p:txBody>
          <a:bodyPr wrap="none" lIns="90000" tIns="46800" rIns="90000" bIns="46800">
            <a:spAutoFit/>
          </a:bodyPr>
          <a:lstStyle/>
          <a:p>
            <a:r>
              <a:rPr kumimoji="1" lang="en-US" altLang="en-US" sz="2400" dirty="0">
                <a:solidFill>
                  <a:srgbClr val="FF3300"/>
                </a:solidFill>
                <a:latin typeface="Arial" charset="0"/>
              </a:rPr>
              <a:t>&lt;/</a:t>
            </a:r>
            <a:r>
              <a:rPr kumimoji="1" lang="en-US" altLang="en-US" sz="2400" dirty="0">
                <a:latin typeface="Arial" charset="0"/>
              </a:rPr>
              <a:t> ..</a:t>
            </a:r>
          </a:p>
        </p:txBody>
      </p:sp>
      <p:sp>
        <p:nvSpPr>
          <p:cNvPr id="142345" name="Rectangle 9"/>
          <p:cNvSpPr>
            <a:spLocks noChangeArrowheads="1"/>
          </p:cNvSpPr>
          <p:nvPr/>
        </p:nvSpPr>
        <p:spPr bwMode="auto">
          <a:xfrm>
            <a:off x="5867400" y="3454879"/>
            <a:ext cx="2622550" cy="457200"/>
          </a:xfrm>
          <a:prstGeom prst="rect">
            <a:avLst/>
          </a:prstGeom>
          <a:solidFill>
            <a:srgbClr val="FFFFCC"/>
          </a:solidFill>
          <a:ln>
            <a:noFill/>
          </a:ln>
          <a:effectLst/>
        </p:spPr>
        <p:txBody>
          <a:bodyPr wrap="none" lIns="90000" tIns="46800" rIns="90000" bIns="46800">
            <a:spAutoFit/>
          </a:bodyPr>
          <a:lstStyle/>
          <a:p>
            <a:r>
              <a:rPr kumimoji="1" lang="en-US" altLang="en-US" sz="2400">
                <a:latin typeface="Arial" charset="0"/>
              </a:rPr>
              <a:t>&lt;H1&gt;</a:t>
            </a:r>
            <a:r>
              <a:rPr kumimoji="1" lang="en-US" altLang="en-US" sz="2400">
                <a:solidFill>
                  <a:srgbClr val="FF3300"/>
                </a:solidFill>
                <a:latin typeface="Arial" charset="0"/>
              </a:rPr>
              <a:t>Hello !</a:t>
            </a:r>
            <a:r>
              <a:rPr kumimoji="1" lang="en-US" altLang="en-US" sz="2400">
                <a:latin typeface="Arial" charset="0"/>
              </a:rPr>
              <a:t>&lt;/H1&gt;</a:t>
            </a:r>
          </a:p>
        </p:txBody>
      </p:sp>
      <p:sp>
        <p:nvSpPr>
          <p:cNvPr id="142346" name="Rectangle 10"/>
          <p:cNvSpPr>
            <a:spLocks noChangeArrowheads="1"/>
          </p:cNvSpPr>
          <p:nvPr/>
        </p:nvSpPr>
        <p:spPr bwMode="auto">
          <a:xfrm>
            <a:off x="3859647" y="5334000"/>
            <a:ext cx="2669618" cy="463846"/>
          </a:xfrm>
          <a:prstGeom prst="rect">
            <a:avLst/>
          </a:prstGeom>
          <a:solidFill>
            <a:srgbClr val="FFFFCC"/>
          </a:solidFill>
          <a:ln>
            <a:noFill/>
          </a:ln>
          <a:effectLst/>
        </p:spPr>
        <p:txBody>
          <a:bodyPr wrap="none" lIns="90000" tIns="46800" rIns="90000" bIns="46800">
            <a:spAutoFit/>
          </a:bodyPr>
          <a:lstStyle/>
          <a:p>
            <a:r>
              <a:rPr kumimoji="1" lang="en-US" altLang="en-US" sz="2400" dirty="0">
                <a:latin typeface="Arial" charset="0"/>
              </a:rPr>
              <a:t>&lt;</a:t>
            </a:r>
            <a:r>
              <a:rPr kumimoji="1" lang="en-US" altLang="en-US" sz="2400" dirty="0" err="1">
                <a:latin typeface="Arial" charset="0"/>
              </a:rPr>
              <a:t>img</a:t>
            </a:r>
            <a:r>
              <a:rPr kumimoji="1" lang="en-US" altLang="en-US" sz="2400" dirty="0">
                <a:latin typeface="Arial" charset="0"/>
              </a:rPr>
              <a:t> </a:t>
            </a:r>
            <a:r>
              <a:rPr kumimoji="1" lang="en-US" altLang="en-US" sz="2400" dirty="0" err="1">
                <a:latin typeface="Arial" charset="0"/>
              </a:rPr>
              <a:t>src</a:t>
            </a:r>
            <a:r>
              <a:rPr kumimoji="1" lang="en-US" altLang="en-US" sz="2400" dirty="0">
                <a:latin typeface="Arial" charset="0"/>
              </a:rPr>
              <a:t>=“tt.jpg”/&gt;</a:t>
            </a:r>
          </a:p>
        </p:txBody>
      </p:sp>
      <p:sp>
        <p:nvSpPr>
          <p:cNvPr id="142347" name="Rectangle 11"/>
          <p:cNvSpPr>
            <a:spLocks noChangeArrowheads="1"/>
          </p:cNvSpPr>
          <p:nvPr/>
        </p:nvSpPr>
        <p:spPr bwMode="auto">
          <a:xfrm>
            <a:off x="1066800" y="4343400"/>
            <a:ext cx="5635625" cy="457200"/>
          </a:xfrm>
          <a:prstGeom prst="rect">
            <a:avLst/>
          </a:prstGeom>
          <a:solidFill>
            <a:srgbClr val="FFFFCC"/>
          </a:solidFill>
          <a:ln>
            <a:noFill/>
          </a:ln>
          <a:effectLst/>
        </p:spPr>
        <p:txBody>
          <a:bodyPr wrap="none" lIns="90000" tIns="46800" rIns="90000" bIns="46800">
            <a:spAutoFit/>
          </a:bodyPr>
          <a:lstStyle/>
          <a:p>
            <a:r>
              <a:rPr kumimoji="1" lang="en-US" altLang="en-US" sz="2400" dirty="0">
                <a:latin typeface="Arial" charset="0"/>
              </a:rPr>
              <a:t>&lt;</a:t>
            </a:r>
            <a:r>
              <a:rPr kumimoji="1" lang="en-US" altLang="en-US" sz="2400" dirty="0">
                <a:solidFill>
                  <a:srgbClr val="FF3300"/>
                </a:solidFill>
                <a:latin typeface="Arial" charset="0"/>
              </a:rPr>
              <a:t>table</a:t>
            </a:r>
            <a:r>
              <a:rPr kumimoji="1" lang="en-US" altLang="en-US" sz="2400" dirty="0">
                <a:latin typeface="Arial" charset="0"/>
              </a:rPr>
              <a:t>&gt;&lt;</a:t>
            </a:r>
            <a:r>
              <a:rPr kumimoji="1" lang="en-US" altLang="en-US" sz="2400" dirty="0" err="1">
                <a:solidFill>
                  <a:srgbClr val="FF3300"/>
                </a:solidFill>
                <a:latin typeface="Arial" charset="0"/>
              </a:rPr>
              <a:t>tr</a:t>
            </a:r>
            <a:r>
              <a:rPr kumimoji="1" lang="en-US" altLang="en-US" sz="2400" dirty="0">
                <a:latin typeface="Arial" charset="0"/>
              </a:rPr>
              <a:t>&gt;&lt;td&gt;Hello !&lt;/td&gt;&lt;</a:t>
            </a:r>
            <a:r>
              <a:rPr kumimoji="1" lang="en-US" altLang="en-US" sz="2400" dirty="0">
                <a:solidFill>
                  <a:srgbClr val="FF3300"/>
                </a:solidFill>
                <a:latin typeface="Arial" charset="0"/>
              </a:rPr>
              <a:t>/</a:t>
            </a:r>
            <a:r>
              <a:rPr kumimoji="1" lang="en-US" altLang="en-US" sz="2400" dirty="0" err="1">
                <a:solidFill>
                  <a:srgbClr val="FF3300"/>
                </a:solidFill>
                <a:latin typeface="Arial" charset="0"/>
              </a:rPr>
              <a:t>tr</a:t>
            </a:r>
            <a:r>
              <a:rPr kumimoji="1" lang="en-US" altLang="en-US" sz="2400" dirty="0">
                <a:latin typeface="Arial" charset="0"/>
              </a:rPr>
              <a:t>&gt;&lt;</a:t>
            </a:r>
            <a:r>
              <a:rPr kumimoji="1" lang="en-US" altLang="en-US" sz="2400" dirty="0">
                <a:solidFill>
                  <a:srgbClr val="FF3300"/>
                </a:solidFill>
                <a:latin typeface="Arial" charset="0"/>
              </a:rPr>
              <a:t>/table</a:t>
            </a:r>
            <a:r>
              <a:rPr kumimoji="1" lang="en-US" altLang="en-US" sz="2400" dirty="0">
                <a:latin typeface="Arial" charset="0"/>
              </a:rPr>
              <a:t>&gt;</a:t>
            </a:r>
          </a:p>
        </p:txBody>
      </p:sp>
    </p:spTree>
    <p:extLst>
      <p:ext uri="{BB962C8B-B14F-4D97-AF65-F5344CB8AC3E}">
        <p14:creationId xmlns:p14="http://schemas.microsoft.com/office/powerpoint/2010/main" val="1313105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en-US" altLang="en-US" sz="3600"/>
              <a:t>HTML – basic structure</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71600"/>
            <a:ext cx="3959635" cy="373380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2819400"/>
            <a:ext cx="5386388" cy="303032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17044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r>
              <a:rPr lang="en-US" altLang="en-US" sz="3600"/>
              <a:t>Tag Attributes</a:t>
            </a:r>
          </a:p>
        </p:txBody>
      </p:sp>
      <p:sp>
        <p:nvSpPr>
          <p:cNvPr id="145411" name="Rectangle 3"/>
          <p:cNvSpPr>
            <a:spLocks noGrp="1" noChangeArrowheads="1"/>
          </p:cNvSpPr>
          <p:nvPr>
            <p:ph type="body" idx="1"/>
          </p:nvPr>
        </p:nvSpPr>
        <p:spPr>
          <a:xfrm>
            <a:off x="533400" y="1371600"/>
            <a:ext cx="7162800" cy="1219200"/>
          </a:xfrm>
        </p:spPr>
        <p:txBody>
          <a:bodyPr>
            <a:normAutofit/>
          </a:bodyPr>
          <a:lstStyle/>
          <a:p>
            <a:pPr>
              <a:lnSpc>
                <a:spcPct val="90000"/>
              </a:lnSpc>
            </a:pPr>
            <a:r>
              <a:rPr lang="en-US" altLang="en-US" sz="1600" dirty="0"/>
              <a:t>Specific for element</a:t>
            </a:r>
          </a:p>
          <a:p>
            <a:pPr>
              <a:lnSpc>
                <a:spcPct val="90000"/>
              </a:lnSpc>
            </a:pPr>
            <a:r>
              <a:rPr lang="en-US" altLang="en-US" sz="1600" dirty="0"/>
              <a:t>Have value</a:t>
            </a:r>
          </a:p>
          <a:p>
            <a:pPr>
              <a:lnSpc>
                <a:spcPct val="90000"/>
              </a:lnSpc>
            </a:pPr>
            <a:r>
              <a:rPr lang="en-US" altLang="en-US" sz="1600" dirty="0"/>
              <a:t>Must be closed </a:t>
            </a:r>
            <a:r>
              <a:rPr lang="en-US" altLang="en-US" sz="1600" b="1" dirty="0">
                <a:solidFill>
                  <a:srgbClr val="FF3300"/>
                </a:solidFill>
              </a:rPr>
              <a:t>“</a:t>
            </a:r>
            <a:r>
              <a:rPr lang="en-US" altLang="en-US" sz="1600" dirty="0" err="1"/>
              <a:t>attr</a:t>
            </a:r>
            <a:r>
              <a:rPr lang="en-US" altLang="en-US" sz="1600" b="1" dirty="0">
                <a:solidFill>
                  <a:srgbClr val="FF3300"/>
                </a:solidFill>
              </a:rPr>
              <a:t>”</a:t>
            </a:r>
          </a:p>
          <a:p>
            <a:pPr>
              <a:lnSpc>
                <a:spcPct val="90000"/>
              </a:lnSpc>
            </a:pPr>
            <a:r>
              <a:rPr lang="en-US" altLang="en-US" sz="1600" dirty="0"/>
              <a:t>Can be from a list, a number, a percentage or created</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598" y="2819400"/>
            <a:ext cx="6981825" cy="3114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66571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en-US" altLang="en-US"/>
              <a:t>Formatting Text</a:t>
            </a:r>
          </a:p>
        </p:txBody>
      </p:sp>
      <p:sp>
        <p:nvSpPr>
          <p:cNvPr id="147459" name="Rectangle 3"/>
          <p:cNvSpPr>
            <a:spLocks noGrp="1" noChangeArrowheads="1"/>
          </p:cNvSpPr>
          <p:nvPr>
            <p:ph type="body" idx="1"/>
          </p:nvPr>
        </p:nvSpPr>
        <p:spPr>
          <a:xfrm>
            <a:off x="381000" y="3505200"/>
            <a:ext cx="4800600" cy="2667000"/>
          </a:xfrm>
          <a:ln>
            <a:solidFill>
              <a:schemeClr val="tx1"/>
            </a:solidFill>
            <a:miter lim="800000"/>
            <a:headEnd/>
            <a:tailEnd/>
          </a:ln>
        </p:spPr>
        <p:txBody>
          <a:bodyPr/>
          <a:lstStyle/>
          <a:p>
            <a:pPr marL="533400" indent="-533400">
              <a:lnSpc>
                <a:spcPct val="90000"/>
              </a:lnSpc>
              <a:buFont typeface="Monotype Sorts" pitchFamily="2" charset="2"/>
              <a:buNone/>
            </a:pPr>
            <a:r>
              <a:rPr lang="en-US" altLang="en-US" sz="2000" dirty="0"/>
              <a:t>Formatting Elements</a:t>
            </a:r>
          </a:p>
          <a:p>
            <a:pPr marL="533400" indent="-533400">
              <a:lnSpc>
                <a:spcPct val="90000"/>
              </a:lnSpc>
              <a:buFont typeface="Monotype Sorts" pitchFamily="2" charset="2"/>
              <a:buNone/>
            </a:pPr>
            <a:endParaRPr lang="en-US" altLang="en-US" sz="2000" dirty="0"/>
          </a:p>
          <a:p>
            <a:pPr marL="952500" lvl="1" indent="-495300">
              <a:lnSpc>
                <a:spcPct val="90000"/>
              </a:lnSpc>
              <a:buClr>
                <a:srgbClr val="FF3300"/>
              </a:buClr>
              <a:buSzTx/>
              <a:buFont typeface="Monotype Sorts" pitchFamily="2" charset="2"/>
              <a:buAutoNum type="arabicPeriod"/>
            </a:pPr>
            <a:r>
              <a:rPr lang="en-US" altLang="en-US" sz="1200" dirty="0"/>
              <a:t>Header 	</a:t>
            </a:r>
            <a:r>
              <a:rPr lang="en-US" altLang="en-US" sz="1200" b="1" dirty="0">
                <a:solidFill>
                  <a:srgbClr val="FF3300"/>
                </a:solidFill>
              </a:rPr>
              <a:t>&lt;H1&gt;…&lt;/H1&gt; - &lt;H6&gt;…&lt;/H6&gt;</a:t>
            </a:r>
          </a:p>
          <a:p>
            <a:pPr marL="952500" lvl="1" indent="-495300">
              <a:lnSpc>
                <a:spcPct val="90000"/>
              </a:lnSpc>
              <a:buClr>
                <a:srgbClr val="FF3300"/>
              </a:buClr>
              <a:buSzTx/>
              <a:buFont typeface="Monotype Sorts" pitchFamily="2" charset="2"/>
              <a:buAutoNum type="arabicPeriod"/>
            </a:pPr>
            <a:r>
              <a:rPr lang="en-US" altLang="en-US" sz="1200" dirty="0"/>
              <a:t>Break 	</a:t>
            </a:r>
            <a:r>
              <a:rPr lang="en-US" altLang="en-US" sz="1200" b="1" dirty="0">
                <a:solidFill>
                  <a:srgbClr val="FF3300"/>
                </a:solidFill>
              </a:rPr>
              <a:t>&lt;BR/&gt;</a:t>
            </a:r>
          </a:p>
          <a:p>
            <a:pPr marL="952500" lvl="1" indent="-495300">
              <a:lnSpc>
                <a:spcPct val="90000"/>
              </a:lnSpc>
              <a:buClr>
                <a:srgbClr val="FF3300"/>
              </a:buClr>
              <a:buSzTx/>
              <a:buFont typeface="Monotype Sorts" pitchFamily="2" charset="2"/>
              <a:buAutoNum type="arabicPeriod"/>
            </a:pPr>
            <a:r>
              <a:rPr lang="en-US" altLang="en-US" sz="1200" dirty="0"/>
              <a:t>Paragraph 	</a:t>
            </a:r>
            <a:r>
              <a:rPr lang="en-US" altLang="en-US" sz="1200" b="1" dirty="0">
                <a:solidFill>
                  <a:srgbClr val="FF3300"/>
                </a:solidFill>
              </a:rPr>
              <a:t>&lt;P&gt;…&lt;/P&gt; </a:t>
            </a:r>
          </a:p>
          <a:p>
            <a:pPr marL="952500" lvl="1" indent="-495300">
              <a:lnSpc>
                <a:spcPct val="90000"/>
              </a:lnSpc>
              <a:buClr>
                <a:srgbClr val="FF3300"/>
              </a:buClr>
              <a:buSzTx/>
              <a:buFont typeface="Monotype Sorts" pitchFamily="2" charset="2"/>
              <a:buAutoNum type="arabicPeriod"/>
            </a:pPr>
            <a:r>
              <a:rPr lang="en-US" altLang="en-US" sz="1200" dirty="0"/>
              <a:t>Preformatted </a:t>
            </a:r>
            <a:r>
              <a:rPr lang="en-US" altLang="en-US" sz="1200" b="1" dirty="0">
                <a:solidFill>
                  <a:srgbClr val="FF3300"/>
                </a:solidFill>
              </a:rPr>
              <a:t>&lt;PRE&gt;…&lt;/PRE&gt;</a:t>
            </a:r>
          </a:p>
          <a:p>
            <a:pPr marL="952500" lvl="1" indent="-495300">
              <a:lnSpc>
                <a:spcPct val="90000"/>
              </a:lnSpc>
              <a:buClr>
                <a:srgbClr val="FF3300"/>
              </a:buClr>
              <a:buSzTx/>
              <a:buFont typeface="Monotype Sorts" pitchFamily="2" charset="2"/>
              <a:buAutoNum type="arabicPeriod"/>
            </a:pPr>
            <a:r>
              <a:rPr lang="en-US" altLang="en-US" sz="1200" dirty="0"/>
              <a:t>No break	</a:t>
            </a:r>
            <a:r>
              <a:rPr lang="en-US" altLang="en-US" sz="1200" b="1" dirty="0">
                <a:solidFill>
                  <a:srgbClr val="FF3300"/>
                </a:solidFill>
              </a:rPr>
              <a:t>&lt;NOBR&gt;…&lt;/NOBR&gt;</a:t>
            </a:r>
          </a:p>
          <a:p>
            <a:pPr marL="952500" lvl="1" indent="-495300">
              <a:lnSpc>
                <a:spcPct val="90000"/>
              </a:lnSpc>
              <a:buClr>
                <a:srgbClr val="FF3300"/>
              </a:buClr>
              <a:buSzTx/>
              <a:buFont typeface="Monotype Sorts" pitchFamily="2" charset="2"/>
              <a:buAutoNum type="arabicPeriod"/>
            </a:pPr>
            <a:r>
              <a:rPr lang="en-US" altLang="en-US" sz="1200" dirty="0"/>
              <a:t>Bold	</a:t>
            </a:r>
            <a:r>
              <a:rPr lang="en-US" altLang="en-US" sz="1200" b="1" dirty="0">
                <a:solidFill>
                  <a:srgbClr val="FF3300"/>
                </a:solidFill>
              </a:rPr>
              <a:t>&lt;B&gt;…&lt;/B&gt;</a:t>
            </a:r>
          </a:p>
          <a:p>
            <a:pPr marL="952500" lvl="1" indent="-495300">
              <a:lnSpc>
                <a:spcPct val="90000"/>
              </a:lnSpc>
              <a:buClr>
                <a:srgbClr val="FF3300"/>
              </a:buClr>
              <a:buSzTx/>
              <a:buFont typeface="Monotype Sorts" pitchFamily="2" charset="2"/>
              <a:buAutoNum type="arabicPeriod"/>
            </a:pPr>
            <a:r>
              <a:rPr lang="en-US" altLang="en-US" sz="1200" dirty="0"/>
              <a:t>Italics	</a:t>
            </a:r>
            <a:r>
              <a:rPr lang="en-US" altLang="en-US" sz="1200" b="1" dirty="0">
                <a:solidFill>
                  <a:srgbClr val="FF3300"/>
                </a:solidFill>
              </a:rPr>
              <a:t>&lt;I&gt;…&lt;/I&gt;</a:t>
            </a:r>
          </a:p>
          <a:p>
            <a:pPr marL="952500" lvl="1" indent="-495300">
              <a:lnSpc>
                <a:spcPct val="90000"/>
              </a:lnSpc>
              <a:buClr>
                <a:srgbClr val="FF3300"/>
              </a:buClr>
              <a:buSzTx/>
              <a:buFont typeface="Monotype Sorts" pitchFamily="2" charset="2"/>
              <a:buAutoNum type="arabicPeriod"/>
            </a:pPr>
            <a:r>
              <a:rPr lang="en-US" altLang="en-US" sz="1200" dirty="0"/>
              <a:t>Underline	</a:t>
            </a:r>
            <a:r>
              <a:rPr lang="en-US" altLang="en-US" sz="1200" b="1" dirty="0">
                <a:solidFill>
                  <a:srgbClr val="FF3300"/>
                </a:solidFill>
              </a:rPr>
              <a:t>&lt;U&gt;…&lt;/U&gt;</a:t>
            </a:r>
          </a:p>
          <a:p>
            <a:pPr marL="952500" lvl="1" indent="-495300">
              <a:lnSpc>
                <a:spcPct val="90000"/>
              </a:lnSpc>
              <a:buClr>
                <a:srgbClr val="FF3300"/>
              </a:buClr>
              <a:buSzTx/>
              <a:buFont typeface="Monotype Sorts" pitchFamily="2" charset="2"/>
              <a:buAutoNum type="arabicPeriod"/>
            </a:pPr>
            <a:r>
              <a:rPr lang="en-US" altLang="en-US" sz="1200" dirty="0"/>
              <a:t>Tab	</a:t>
            </a:r>
            <a:r>
              <a:rPr lang="en-US" altLang="en-US" sz="1200" b="1" dirty="0">
                <a:solidFill>
                  <a:srgbClr val="FF3300"/>
                </a:solidFill>
              </a:rPr>
              <a:t>&lt;BLOCKQUOTE&gt;…&lt;BLOCKQUOTE&gt;</a:t>
            </a:r>
          </a:p>
        </p:txBody>
      </p:sp>
      <p:sp>
        <p:nvSpPr>
          <p:cNvPr id="147460" name="Text Box 4"/>
          <p:cNvSpPr txBox="1">
            <a:spLocks noChangeArrowheads="1"/>
          </p:cNvSpPr>
          <p:nvPr/>
        </p:nvSpPr>
        <p:spPr bwMode="auto">
          <a:xfrm>
            <a:off x="3581400" y="4408217"/>
            <a:ext cx="1491412" cy="309958"/>
          </a:xfrm>
          <a:prstGeom prst="rect">
            <a:avLst/>
          </a:prstGeom>
          <a:solidFill>
            <a:srgbClr val="FFFF00"/>
          </a:solidFill>
          <a:ln w="12700">
            <a:noFill/>
            <a:miter lim="800000"/>
            <a:headEnd/>
            <a:tailEnd/>
          </a:ln>
          <a:effectLst/>
        </p:spPr>
        <p:txBody>
          <a:bodyPr wrap="none" lIns="90000" tIns="46800" rIns="90000" bIns="46800">
            <a:spAutoFit/>
          </a:bodyPr>
          <a:lstStyle/>
          <a:p>
            <a:r>
              <a:rPr lang="en-US" altLang="en-US" sz="1400" dirty="0">
                <a:solidFill>
                  <a:srgbClr val="003366"/>
                </a:solidFill>
                <a:latin typeface="Arial" charset="0"/>
                <a:cs typeface="Arial" charset="0"/>
              </a:rPr>
              <a:t>&lt;P&gt; = 2 * &lt;BR/&gt;</a:t>
            </a:r>
          </a:p>
        </p:txBody>
      </p:sp>
      <p:sp>
        <p:nvSpPr>
          <p:cNvPr id="147464" name="Rectangle 8"/>
          <p:cNvSpPr>
            <a:spLocks noChangeArrowheads="1"/>
          </p:cNvSpPr>
          <p:nvPr/>
        </p:nvSpPr>
        <p:spPr bwMode="auto">
          <a:xfrm>
            <a:off x="457200" y="1435100"/>
            <a:ext cx="2133600" cy="1828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533400" indent="-533400">
              <a:defRPr sz="2400">
                <a:solidFill>
                  <a:schemeClr val="tx1"/>
                </a:solidFill>
                <a:latin typeface="Times New Roman" charset="0"/>
              </a:defRPr>
            </a:lvl1pPr>
            <a:lvl2pPr marL="952500" indent="-495300">
              <a:defRPr sz="2400">
                <a:solidFill>
                  <a:schemeClr val="tx1"/>
                </a:solidFill>
                <a:latin typeface="Times New Roman" charset="0"/>
              </a:defRPr>
            </a:lvl2pPr>
            <a:lvl3pPr marL="1371600" indent="-457200">
              <a:defRPr sz="2400">
                <a:solidFill>
                  <a:schemeClr val="tx1"/>
                </a:solidFill>
                <a:latin typeface="Times New Roman" charset="0"/>
              </a:defRPr>
            </a:lvl3pPr>
            <a:lvl4pPr marL="1752600" indent="-381000">
              <a:defRPr sz="2400">
                <a:solidFill>
                  <a:schemeClr val="tx1"/>
                </a:solidFill>
                <a:latin typeface="Times New Roman" charset="0"/>
              </a:defRPr>
            </a:lvl4pPr>
            <a:lvl5pPr marL="2209800" indent="-381000">
              <a:defRPr sz="2400">
                <a:solidFill>
                  <a:schemeClr val="tx1"/>
                </a:solidFill>
                <a:latin typeface="Times New Roman" charset="0"/>
              </a:defRPr>
            </a:lvl5pPr>
            <a:lvl6pPr marL="2667000" indent="-381000" eaLnBrk="0" fontAlgn="base" hangingPunct="0">
              <a:spcBef>
                <a:spcPct val="0"/>
              </a:spcBef>
              <a:spcAft>
                <a:spcPct val="0"/>
              </a:spcAft>
              <a:defRPr sz="2400">
                <a:solidFill>
                  <a:schemeClr val="tx1"/>
                </a:solidFill>
                <a:latin typeface="Times New Roman" charset="0"/>
              </a:defRPr>
            </a:lvl6pPr>
            <a:lvl7pPr marL="3124200" indent="-381000" eaLnBrk="0" fontAlgn="base" hangingPunct="0">
              <a:spcBef>
                <a:spcPct val="0"/>
              </a:spcBef>
              <a:spcAft>
                <a:spcPct val="0"/>
              </a:spcAft>
              <a:defRPr sz="2400">
                <a:solidFill>
                  <a:schemeClr val="tx1"/>
                </a:solidFill>
                <a:latin typeface="Times New Roman" charset="0"/>
              </a:defRPr>
            </a:lvl7pPr>
            <a:lvl8pPr marL="3581400" indent="-381000" eaLnBrk="0" fontAlgn="base" hangingPunct="0">
              <a:spcBef>
                <a:spcPct val="0"/>
              </a:spcBef>
              <a:spcAft>
                <a:spcPct val="0"/>
              </a:spcAft>
              <a:defRPr sz="2400">
                <a:solidFill>
                  <a:schemeClr val="tx1"/>
                </a:solidFill>
                <a:latin typeface="Times New Roman" charset="0"/>
              </a:defRPr>
            </a:lvl8pPr>
            <a:lvl9pPr marL="4038600" indent="-381000" eaLnBrk="0" fontAlgn="base" hangingPunct="0">
              <a:spcBef>
                <a:spcPct val="0"/>
              </a:spcBef>
              <a:spcAft>
                <a:spcPct val="0"/>
              </a:spcAft>
              <a:defRPr sz="2400">
                <a:solidFill>
                  <a:schemeClr val="tx1"/>
                </a:solidFill>
                <a:latin typeface="Times New Roman" charset="0"/>
              </a:defRPr>
            </a:lvl9pPr>
          </a:lstStyle>
          <a:p>
            <a:pPr>
              <a:lnSpc>
                <a:spcPct val="90000"/>
              </a:lnSpc>
              <a:spcBef>
                <a:spcPct val="20000"/>
              </a:spcBef>
              <a:buClr>
                <a:schemeClr val="hlink"/>
              </a:buClr>
              <a:buSzPct val="50000"/>
              <a:buFont typeface="Monotype Sorts" pitchFamily="2" charset="2"/>
              <a:buNone/>
            </a:pPr>
            <a:r>
              <a:rPr kumimoji="1" lang="en-US" altLang="en-US" sz="2000">
                <a:latin typeface="Arial" charset="0"/>
              </a:rPr>
              <a:t>Alignment</a:t>
            </a:r>
          </a:p>
          <a:p>
            <a:pPr>
              <a:lnSpc>
                <a:spcPct val="90000"/>
              </a:lnSpc>
              <a:spcBef>
                <a:spcPct val="20000"/>
              </a:spcBef>
              <a:buClr>
                <a:schemeClr val="hlink"/>
              </a:buClr>
              <a:buSzPct val="50000"/>
              <a:buFont typeface="Monotype Sorts" pitchFamily="2" charset="2"/>
              <a:buNone/>
            </a:pPr>
            <a:endParaRPr kumimoji="1" lang="en-US" altLang="en-US" sz="2000">
              <a:latin typeface="Arial" charset="0"/>
            </a:endParaRPr>
          </a:p>
          <a:p>
            <a:pPr lvl="1">
              <a:lnSpc>
                <a:spcPct val="90000"/>
              </a:lnSpc>
              <a:spcBef>
                <a:spcPct val="20000"/>
              </a:spcBef>
              <a:buClr>
                <a:srgbClr val="FF3300"/>
              </a:buClr>
              <a:buFont typeface="Monotype Sorts" pitchFamily="2" charset="2"/>
              <a:buChar char="u"/>
            </a:pPr>
            <a:r>
              <a:rPr kumimoji="1" lang="en-US" altLang="en-US" sz="1200">
                <a:latin typeface="Arial" charset="0"/>
              </a:rPr>
              <a:t>Default</a:t>
            </a:r>
          </a:p>
          <a:p>
            <a:pPr lvl="1">
              <a:lnSpc>
                <a:spcPct val="90000"/>
              </a:lnSpc>
              <a:spcBef>
                <a:spcPct val="20000"/>
              </a:spcBef>
              <a:buClr>
                <a:srgbClr val="FF3300"/>
              </a:buClr>
              <a:buFont typeface="Monotype Sorts" pitchFamily="2" charset="2"/>
              <a:buChar char="u"/>
            </a:pPr>
            <a:r>
              <a:rPr kumimoji="1" lang="en-US" altLang="en-US" sz="1200">
                <a:latin typeface="Arial" charset="0"/>
              </a:rPr>
              <a:t>Left</a:t>
            </a:r>
          </a:p>
          <a:p>
            <a:pPr lvl="1">
              <a:lnSpc>
                <a:spcPct val="90000"/>
              </a:lnSpc>
              <a:spcBef>
                <a:spcPct val="20000"/>
              </a:spcBef>
              <a:buClr>
                <a:srgbClr val="FF3300"/>
              </a:buClr>
              <a:buFont typeface="Monotype Sorts" pitchFamily="2" charset="2"/>
              <a:buChar char="u"/>
            </a:pPr>
            <a:r>
              <a:rPr kumimoji="1" lang="en-US" altLang="en-US" sz="1200">
                <a:latin typeface="Arial" charset="0"/>
              </a:rPr>
              <a:t>Right</a:t>
            </a:r>
          </a:p>
          <a:p>
            <a:pPr lvl="1">
              <a:lnSpc>
                <a:spcPct val="90000"/>
              </a:lnSpc>
              <a:spcBef>
                <a:spcPct val="20000"/>
              </a:spcBef>
              <a:buClr>
                <a:srgbClr val="FF3300"/>
              </a:buClr>
              <a:buFont typeface="Monotype Sorts" pitchFamily="2" charset="2"/>
              <a:buChar char="u"/>
            </a:pPr>
            <a:r>
              <a:rPr kumimoji="1" lang="en-US" altLang="en-US" sz="1200">
                <a:latin typeface="Arial" charset="0"/>
              </a:rPr>
              <a:t>Center</a:t>
            </a:r>
          </a:p>
          <a:p>
            <a:pPr lvl="1">
              <a:lnSpc>
                <a:spcPct val="90000"/>
              </a:lnSpc>
              <a:spcBef>
                <a:spcPct val="20000"/>
              </a:spcBef>
              <a:buClr>
                <a:srgbClr val="FF3300"/>
              </a:buClr>
              <a:buFont typeface="Monotype Sorts" pitchFamily="2" charset="2"/>
              <a:buChar char="u"/>
            </a:pPr>
            <a:r>
              <a:rPr kumimoji="1" lang="en-US" altLang="en-US" sz="1200">
                <a:latin typeface="Arial" charset="0"/>
              </a:rPr>
              <a:t>Justify *</a:t>
            </a:r>
            <a:endParaRPr kumimoji="1" lang="en-US" altLang="en-US" sz="1200" b="1">
              <a:solidFill>
                <a:srgbClr val="FF3300"/>
              </a:solidFill>
              <a:latin typeface="Arial" charset="0"/>
            </a:endParaRPr>
          </a:p>
        </p:txBody>
      </p:sp>
      <p:sp>
        <p:nvSpPr>
          <p:cNvPr id="9" name="Rectangle 3"/>
          <p:cNvSpPr txBox="1">
            <a:spLocks noChangeArrowheads="1"/>
          </p:cNvSpPr>
          <p:nvPr/>
        </p:nvSpPr>
        <p:spPr>
          <a:xfrm>
            <a:off x="2895600" y="1371600"/>
            <a:ext cx="3506638" cy="2286000"/>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en-US" altLang="en-US" sz="2000" dirty="0"/>
              <a:t>Special tags</a:t>
            </a:r>
          </a:p>
          <a:p>
            <a:pPr lvl="1"/>
            <a:r>
              <a:rPr lang="en-US" altLang="en-US" sz="1400" dirty="0">
                <a:solidFill>
                  <a:srgbClr val="FF3300"/>
                </a:solidFill>
              </a:rPr>
              <a:t>&lt;SMALL&gt;…&lt;/SMALL&gt;</a:t>
            </a:r>
          </a:p>
          <a:p>
            <a:pPr lvl="1"/>
            <a:r>
              <a:rPr lang="en-US" altLang="en-US" sz="1400" dirty="0">
                <a:solidFill>
                  <a:srgbClr val="FF3300"/>
                </a:solidFill>
              </a:rPr>
              <a:t>&lt;BIG&gt;…&lt;/BIG&gt;</a:t>
            </a:r>
          </a:p>
          <a:p>
            <a:pPr lvl="1"/>
            <a:r>
              <a:rPr lang="en-US" altLang="en-US" sz="1400" dirty="0">
                <a:solidFill>
                  <a:srgbClr val="FF3300"/>
                </a:solidFill>
              </a:rPr>
              <a:t>&lt;SUP&gt;…&lt;/SUP&gt;</a:t>
            </a:r>
          </a:p>
          <a:p>
            <a:pPr lvl="1"/>
            <a:r>
              <a:rPr lang="en-US" altLang="en-US" sz="1400" dirty="0">
                <a:solidFill>
                  <a:srgbClr val="FF3300"/>
                </a:solidFill>
              </a:rPr>
              <a:t>&lt;SUB&gt;…&lt;/SUB&gt;</a:t>
            </a:r>
          </a:p>
          <a:p>
            <a:pPr lvl="1"/>
            <a:r>
              <a:rPr lang="en-US" altLang="en-US" sz="1400" dirty="0">
                <a:solidFill>
                  <a:srgbClr val="FF3300"/>
                </a:solidFill>
              </a:rPr>
              <a:t>&lt;STRIKE&gt;…&lt;/STRIKE&gt;</a:t>
            </a:r>
          </a:p>
        </p:txBody>
      </p:sp>
      <p:sp>
        <p:nvSpPr>
          <p:cNvPr id="10" name="Rectangle 4"/>
          <p:cNvSpPr>
            <a:spLocks noChangeArrowheads="1"/>
          </p:cNvSpPr>
          <p:nvPr/>
        </p:nvSpPr>
        <p:spPr bwMode="auto">
          <a:xfrm>
            <a:off x="5562600" y="4191000"/>
            <a:ext cx="3354238"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a:spcBef>
                <a:spcPct val="20000"/>
              </a:spcBef>
              <a:buClr>
                <a:schemeClr val="hlink"/>
              </a:buClr>
              <a:buSzPct val="50000"/>
              <a:buFont typeface="Monotype Sorts" pitchFamily="2" charset="2"/>
              <a:buChar char="n"/>
            </a:pPr>
            <a:r>
              <a:rPr kumimoji="1" lang="en-US" altLang="en-US" sz="2000" dirty="0">
                <a:latin typeface="Arial" charset="0"/>
              </a:rPr>
              <a:t>Advanced containers</a:t>
            </a:r>
          </a:p>
          <a:p>
            <a:pPr lvl="1">
              <a:spcBef>
                <a:spcPct val="20000"/>
              </a:spcBef>
              <a:buClr>
                <a:schemeClr val="tx2"/>
              </a:buClr>
              <a:buSzPct val="75000"/>
              <a:buFont typeface="Monotype Sorts" pitchFamily="2" charset="2"/>
              <a:buChar char="u"/>
            </a:pPr>
            <a:r>
              <a:rPr kumimoji="1" lang="en-US" altLang="en-US" sz="1400" dirty="0">
                <a:solidFill>
                  <a:srgbClr val="FF3300"/>
                </a:solidFill>
                <a:latin typeface="Arial" charset="0"/>
              </a:rPr>
              <a:t>&lt;SPAN&gt;…&lt;/SPAN&gt;</a:t>
            </a:r>
          </a:p>
          <a:p>
            <a:pPr lvl="1">
              <a:spcBef>
                <a:spcPct val="20000"/>
              </a:spcBef>
              <a:buClr>
                <a:schemeClr val="tx2"/>
              </a:buClr>
              <a:buSzPct val="75000"/>
              <a:buFont typeface="Monotype Sorts" pitchFamily="2" charset="2"/>
              <a:buChar char="u"/>
            </a:pPr>
            <a:r>
              <a:rPr kumimoji="1" lang="en-US" altLang="en-US" sz="1400" dirty="0">
                <a:solidFill>
                  <a:srgbClr val="FF3300"/>
                </a:solidFill>
                <a:latin typeface="Arial" charset="0"/>
              </a:rPr>
              <a:t>&lt;DIV&gt;…&lt;/DIV&gt;</a:t>
            </a:r>
          </a:p>
        </p:txBody>
      </p:sp>
      <p:sp>
        <p:nvSpPr>
          <p:cNvPr id="11" name="Rectangle 3"/>
          <p:cNvSpPr txBox="1">
            <a:spLocks noChangeArrowheads="1"/>
          </p:cNvSpPr>
          <p:nvPr/>
        </p:nvSpPr>
        <p:spPr>
          <a:xfrm>
            <a:off x="5943600" y="1435100"/>
            <a:ext cx="2819400" cy="1981200"/>
          </a:xfrm>
          <a:prstGeom prst="rect">
            <a:avLst/>
          </a:prstGeom>
          <a:ln>
            <a:solidFill>
              <a:schemeClr val="tx1"/>
            </a:solidFill>
            <a:miter lim="800000"/>
            <a:headEnd/>
            <a:tailEnd/>
          </a:ln>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en-US" altLang="en-US" sz="2000"/>
              <a:t>List types</a:t>
            </a:r>
          </a:p>
          <a:p>
            <a:pPr lvl="1"/>
            <a:r>
              <a:rPr lang="en-US" altLang="en-US" sz="1400">
                <a:solidFill>
                  <a:srgbClr val="FF3300"/>
                </a:solidFill>
              </a:rPr>
              <a:t>&lt;UL&gt;</a:t>
            </a:r>
          </a:p>
          <a:p>
            <a:pPr lvl="1"/>
            <a:r>
              <a:rPr lang="en-US" altLang="en-US" sz="1400">
                <a:solidFill>
                  <a:srgbClr val="FF3300"/>
                </a:solidFill>
              </a:rPr>
              <a:t>&lt;DIR&gt;</a:t>
            </a:r>
          </a:p>
          <a:p>
            <a:pPr lvl="1"/>
            <a:r>
              <a:rPr lang="en-US" altLang="en-US" sz="1400">
                <a:solidFill>
                  <a:srgbClr val="FF3300"/>
                </a:solidFill>
              </a:rPr>
              <a:t>&lt;MENU&gt;</a:t>
            </a:r>
          </a:p>
          <a:p>
            <a:pPr lvl="1"/>
            <a:r>
              <a:rPr lang="en-US" altLang="en-US" sz="1400">
                <a:solidFill>
                  <a:srgbClr val="FF3300"/>
                </a:solidFill>
              </a:rPr>
              <a:t>&lt;OL&gt;</a:t>
            </a:r>
          </a:p>
        </p:txBody>
      </p:sp>
    </p:spTree>
    <p:extLst>
      <p:ext uri="{BB962C8B-B14F-4D97-AF65-F5344CB8AC3E}">
        <p14:creationId xmlns:p14="http://schemas.microsoft.com/office/powerpoint/2010/main" val="2261375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r>
              <a:rPr lang="en-US" altLang="en-US"/>
              <a:t>Linking Pages</a:t>
            </a:r>
          </a:p>
        </p:txBody>
      </p:sp>
      <p:sp>
        <p:nvSpPr>
          <p:cNvPr id="149507" name="Rectangle 3"/>
          <p:cNvSpPr>
            <a:spLocks noGrp="1" noChangeArrowheads="1"/>
          </p:cNvSpPr>
          <p:nvPr>
            <p:ph type="body" idx="1"/>
          </p:nvPr>
        </p:nvSpPr>
        <p:spPr>
          <a:xfrm>
            <a:off x="1600200" y="1600200"/>
            <a:ext cx="6096000" cy="4114800"/>
          </a:xfrm>
        </p:spPr>
        <p:txBody>
          <a:bodyPr/>
          <a:lstStyle/>
          <a:p>
            <a:pPr>
              <a:lnSpc>
                <a:spcPct val="90000"/>
              </a:lnSpc>
            </a:pPr>
            <a:r>
              <a:rPr lang="en-US" altLang="en-US" sz="2400" dirty="0"/>
              <a:t>HREF - applied to</a:t>
            </a:r>
          </a:p>
          <a:p>
            <a:pPr lvl="1">
              <a:lnSpc>
                <a:spcPct val="90000"/>
              </a:lnSpc>
            </a:pPr>
            <a:r>
              <a:rPr lang="en-US" altLang="en-US" sz="1800" dirty="0">
                <a:solidFill>
                  <a:srgbClr val="FF3300"/>
                </a:solidFill>
              </a:rPr>
              <a:t>Link	</a:t>
            </a:r>
            <a:r>
              <a:rPr lang="en-US" altLang="en-US" sz="1400" b="1" dirty="0">
                <a:solidFill>
                  <a:srgbClr val="003366"/>
                </a:solidFill>
              </a:rPr>
              <a:t>&lt;LINK REL=“stylesheet” HREF="styles.css"&gt;</a:t>
            </a:r>
          </a:p>
          <a:p>
            <a:pPr lvl="1">
              <a:lnSpc>
                <a:spcPct val="90000"/>
              </a:lnSpc>
            </a:pPr>
            <a:r>
              <a:rPr lang="en-US" altLang="en-US" sz="1800" dirty="0">
                <a:solidFill>
                  <a:srgbClr val="FF3300"/>
                </a:solidFill>
              </a:rPr>
              <a:t>Text	</a:t>
            </a:r>
            <a:r>
              <a:rPr lang="en-US" altLang="en-US" sz="1400" b="1" dirty="0">
                <a:solidFill>
                  <a:srgbClr val="003366"/>
                </a:solidFill>
              </a:rPr>
              <a:t>&lt;a </a:t>
            </a:r>
            <a:r>
              <a:rPr lang="en-US" altLang="en-US" sz="1400" b="1" dirty="0" err="1">
                <a:solidFill>
                  <a:srgbClr val="003366"/>
                </a:solidFill>
              </a:rPr>
              <a:t>href</a:t>
            </a:r>
            <a:r>
              <a:rPr lang="en-US" altLang="en-US" sz="1400" b="1" dirty="0">
                <a:solidFill>
                  <a:srgbClr val="003366"/>
                </a:solidFill>
              </a:rPr>
              <a:t>=“stam.htm”&gt;</a:t>
            </a:r>
            <a:r>
              <a:rPr lang="en-US" altLang="en-US" sz="1400" b="1" dirty="0" err="1">
                <a:solidFill>
                  <a:srgbClr val="003366"/>
                </a:solidFill>
              </a:rPr>
              <a:t>stam</a:t>
            </a:r>
            <a:r>
              <a:rPr lang="en-US" altLang="en-US" sz="1400" b="1" dirty="0">
                <a:solidFill>
                  <a:srgbClr val="003366"/>
                </a:solidFill>
              </a:rPr>
              <a:t> text&lt;/a&gt;</a:t>
            </a:r>
          </a:p>
          <a:p>
            <a:pPr lvl="1">
              <a:lnSpc>
                <a:spcPct val="90000"/>
              </a:lnSpc>
            </a:pPr>
            <a:r>
              <a:rPr lang="en-US" altLang="en-US" sz="1800" dirty="0">
                <a:solidFill>
                  <a:srgbClr val="FF3300"/>
                </a:solidFill>
              </a:rPr>
              <a:t>Area</a:t>
            </a:r>
          </a:p>
          <a:p>
            <a:pPr lvl="1">
              <a:lnSpc>
                <a:spcPct val="90000"/>
              </a:lnSpc>
            </a:pPr>
            <a:r>
              <a:rPr lang="en-US" altLang="en-US" sz="1800" dirty="0">
                <a:solidFill>
                  <a:srgbClr val="FF3300"/>
                </a:solidFill>
              </a:rPr>
              <a:t>Image</a:t>
            </a:r>
          </a:p>
          <a:p>
            <a:pPr>
              <a:lnSpc>
                <a:spcPct val="90000"/>
              </a:lnSpc>
            </a:pPr>
            <a:r>
              <a:rPr lang="en-US" altLang="en-US" sz="2400" dirty="0"/>
              <a:t>HREF types</a:t>
            </a:r>
          </a:p>
          <a:p>
            <a:pPr lvl="1">
              <a:lnSpc>
                <a:spcPct val="90000"/>
              </a:lnSpc>
            </a:pPr>
            <a:r>
              <a:rPr lang="en-US" altLang="en-US" sz="1800" dirty="0">
                <a:solidFill>
                  <a:srgbClr val="FF3300"/>
                </a:solidFill>
              </a:rPr>
              <a:t>http	</a:t>
            </a:r>
            <a:r>
              <a:rPr lang="en-US" altLang="en-US" sz="1800" dirty="0">
                <a:solidFill>
                  <a:srgbClr val="003366"/>
                </a:solidFill>
              </a:rPr>
              <a:t>“http://www.hp.com”</a:t>
            </a:r>
          </a:p>
          <a:p>
            <a:pPr lvl="1">
              <a:lnSpc>
                <a:spcPct val="90000"/>
              </a:lnSpc>
            </a:pPr>
            <a:r>
              <a:rPr lang="en-US" altLang="en-US" sz="1800" dirty="0">
                <a:solidFill>
                  <a:srgbClr val="FF3300"/>
                </a:solidFill>
              </a:rPr>
              <a:t>ftp	</a:t>
            </a:r>
            <a:r>
              <a:rPr lang="en-US" altLang="en-US" sz="1800" dirty="0">
                <a:solidFill>
                  <a:srgbClr val="003366"/>
                </a:solidFill>
              </a:rPr>
              <a:t>“ftp://www.hp.com”</a:t>
            </a:r>
          </a:p>
          <a:p>
            <a:pPr lvl="1">
              <a:lnSpc>
                <a:spcPct val="90000"/>
              </a:lnSpc>
            </a:pPr>
            <a:r>
              <a:rPr lang="en-US" altLang="en-US" sz="1800" dirty="0">
                <a:solidFill>
                  <a:srgbClr val="FF3300"/>
                </a:solidFill>
              </a:rPr>
              <a:t>mailto	 </a:t>
            </a:r>
            <a:r>
              <a:rPr lang="en-US" altLang="en-US" sz="1800" dirty="0">
                <a:solidFill>
                  <a:srgbClr val="003366"/>
                </a:solidFill>
              </a:rPr>
              <a:t>“mailto:alex@keselman.com”</a:t>
            </a:r>
          </a:p>
          <a:p>
            <a:pPr lvl="1">
              <a:lnSpc>
                <a:spcPct val="90000"/>
              </a:lnSpc>
            </a:pPr>
            <a:r>
              <a:rPr lang="en-US" altLang="en-US" sz="1800" dirty="0" err="1">
                <a:solidFill>
                  <a:srgbClr val="FF3300"/>
                </a:solidFill>
              </a:rPr>
              <a:t>javascript</a:t>
            </a:r>
            <a:r>
              <a:rPr lang="en-US" altLang="en-US" sz="1800" dirty="0">
                <a:solidFill>
                  <a:srgbClr val="FF3300"/>
                </a:solidFill>
              </a:rPr>
              <a:t>	</a:t>
            </a:r>
            <a:r>
              <a:rPr lang="en-US" altLang="en-US" sz="1800" dirty="0">
                <a:solidFill>
                  <a:srgbClr val="003366"/>
                </a:solidFill>
              </a:rPr>
              <a:t>“</a:t>
            </a:r>
            <a:r>
              <a:rPr lang="en-US" altLang="en-US" sz="1800" dirty="0" err="1">
                <a:solidFill>
                  <a:srgbClr val="003366"/>
                </a:solidFill>
              </a:rPr>
              <a:t>lavascript:myfunc</a:t>
            </a:r>
            <a:r>
              <a:rPr lang="en-US" altLang="en-US" sz="1800" dirty="0">
                <a:solidFill>
                  <a:srgbClr val="003366"/>
                </a:solidFill>
              </a:rPr>
              <a:t>()”</a:t>
            </a:r>
          </a:p>
          <a:p>
            <a:pPr>
              <a:lnSpc>
                <a:spcPct val="90000"/>
              </a:lnSpc>
            </a:pPr>
            <a:r>
              <a:rPr lang="en-US" altLang="en-US" sz="2400" dirty="0"/>
              <a:t>Target</a:t>
            </a:r>
          </a:p>
          <a:p>
            <a:pPr lvl="1">
              <a:lnSpc>
                <a:spcPct val="90000"/>
              </a:lnSpc>
            </a:pPr>
            <a:r>
              <a:rPr lang="en-US" altLang="en-US" sz="1800" dirty="0">
                <a:solidFill>
                  <a:srgbClr val="FF3300"/>
                </a:solidFill>
              </a:rPr>
              <a:t>blank</a:t>
            </a:r>
          </a:p>
        </p:txBody>
      </p:sp>
    </p:spTree>
    <p:extLst>
      <p:ext uri="{BB962C8B-B14F-4D97-AF65-F5344CB8AC3E}">
        <p14:creationId xmlns:p14="http://schemas.microsoft.com/office/powerpoint/2010/main" val="1432459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1026"/>
          <p:cNvSpPr>
            <a:spLocks noGrp="1" noChangeArrowheads="1"/>
          </p:cNvSpPr>
          <p:nvPr>
            <p:ph type="title"/>
          </p:nvPr>
        </p:nvSpPr>
        <p:spPr/>
        <p:txBody>
          <a:bodyPr/>
          <a:lstStyle/>
          <a:p>
            <a:r>
              <a:rPr lang="en-US" altLang="en-US"/>
              <a:t>Document Object Model</a:t>
            </a:r>
          </a:p>
        </p:txBody>
      </p:sp>
      <p:sp>
        <p:nvSpPr>
          <p:cNvPr id="181251" name="Rectangle 1027"/>
          <p:cNvSpPr>
            <a:spLocks noGrp="1" noChangeArrowheads="1"/>
          </p:cNvSpPr>
          <p:nvPr>
            <p:ph type="body" idx="1"/>
          </p:nvPr>
        </p:nvSpPr>
        <p:spPr>
          <a:xfrm>
            <a:off x="5867400" y="1828800"/>
            <a:ext cx="2667000" cy="2057400"/>
          </a:xfrm>
        </p:spPr>
        <p:txBody>
          <a:bodyPr/>
          <a:lstStyle/>
          <a:p>
            <a:r>
              <a:rPr lang="en-US" altLang="en-US" sz="2000" dirty="0"/>
              <a:t>The Document Object model is the mechanism that makes HTML programmable</a:t>
            </a:r>
          </a:p>
        </p:txBody>
      </p:sp>
      <p:sp>
        <p:nvSpPr>
          <p:cNvPr id="181254" name="Rectangle 1030"/>
          <p:cNvSpPr>
            <a:spLocks noChangeArrowheads="1"/>
          </p:cNvSpPr>
          <p:nvPr/>
        </p:nvSpPr>
        <p:spPr bwMode="auto">
          <a:xfrm>
            <a:off x="914400" y="2286000"/>
            <a:ext cx="2819400" cy="40957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46800" rIns="90000" bIns="46800">
            <a:spAutoFit/>
          </a:bodyPr>
          <a:lstStyle/>
          <a:p>
            <a:r>
              <a:rPr lang="en-US" altLang="en-US" sz="2000">
                <a:solidFill>
                  <a:srgbClr val="000099"/>
                </a:solidFill>
              </a:rPr>
              <a:t>Parent Object</a:t>
            </a:r>
          </a:p>
        </p:txBody>
      </p:sp>
      <p:sp>
        <p:nvSpPr>
          <p:cNvPr id="181255" name="AutoShape 1031" descr="Data tree structure"/>
          <p:cNvSpPr>
            <a:spLocks noChangeAspect="1" noChangeArrowheads="1"/>
          </p:cNvSpPr>
          <p:nvPr/>
        </p:nvSpPr>
        <p:spPr bwMode="auto">
          <a:xfrm>
            <a:off x="3684588" y="2833688"/>
            <a:ext cx="1774825" cy="1344612"/>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en-GB"/>
          </a:p>
        </p:txBody>
      </p:sp>
      <p:sp>
        <p:nvSpPr>
          <p:cNvPr id="181256" name="AutoShape 1032" descr="Data tree structure"/>
          <p:cNvSpPr>
            <a:spLocks noChangeAspect="1" noChangeArrowheads="1"/>
          </p:cNvSpPr>
          <p:nvPr/>
        </p:nvSpPr>
        <p:spPr bwMode="auto">
          <a:xfrm>
            <a:off x="3684588" y="2833688"/>
            <a:ext cx="1774825" cy="1344612"/>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en-GB"/>
          </a:p>
        </p:txBody>
      </p:sp>
      <p:sp>
        <p:nvSpPr>
          <p:cNvPr id="181258" name="AutoShape 1034" descr="DOM Tree Sample"/>
          <p:cNvSpPr>
            <a:spLocks noChangeAspect="1" noChangeArrowheads="1"/>
          </p:cNvSpPr>
          <p:nvPr/>
        </p:nvSpPr>
        <p:spPr bwMode="auto">
          <a:xfrm>
            <a:off x="2994025" y="2376488"/>
            <a:ext cx="2241550" cy="1192212"/>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en-GB"/>
          </a:p>
        </p:txBody>
      </p:sp>
      <p:sp>
        <p:nvSpPr>
          <p:cNvPr id="181260" name="AutoShape 1036" descr="DOM Tree Sample"/>
          <p:cNvSpPr>
            <a:spLocks noChangeAspect="1" noChangeArrowheads="1"/>
          </p:cNvSpPr>
          <p:nvPr/>
        </p:nvSpPr>
        <p:spPr bwMode="auto">
          <a:xfrm>
            <a:off x="2994025" y="2376488"/>
            <a:ext cx="2241550" cy="1192212"/>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en-GB"/>
          </a:p>
        </p:txBody>
      </p:sp>
      <p:sp>
        <p:nvSpPr>
          <p:cNvPr id="181261" name="Rectangle 1037"/>
          <p:cNvSpPr>
            <a:spLocks noChangeArrowheads="1"/>
          </p:cNvSpPr>
          <p:nvPr/>
        </p:nvSpPr>
        <p:spPr bwMode="auto">
          <a:xfrm>
            <a:off x="4419600" y="4191000"/>
            <a:ext cx="2819400" cy="40957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46800" rIns="90000" bIns="46800">
            <a:spAutoFit/>
          </a:bodyPr>
          <a:lstStyle/>
          <a:p>
            <a:r>
              <a:rPr lang="en-US" altLang="en-US" sz="2000">
                <a:solidFill>
                  <a:srgbClr val="000099"/>
                </a:solidFill>
              </a:rPr>
              <a:t>Child Object (1)</a:t>
            </a:r>
          </a:p>
        </p:txBody>
      </p:sp>
      <p:sp>
        <p:nvSpPr>
          <p:cNvPr id="181264" name="Rectangle 1040"/>
          <p:cNvSpPr>
            <a:spLocks noChangeArrowheads="1"/>
          </p:cNvSpPr>
          <p:nvPr/>
        </p:nvSpPr>
        <p:spPr bwMode="auto">
          <a:xfrm>
            <a:off x="4419600" y="4724400"/>
            <a:ext cx="2819400" cy="40957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46800" rIns="90000" bIns="46800">
            <a:spAutoFit/>
          </a:bodyPr>
          <a:lstStyle/>
          <a:p>
            <a:r>
              <a:rPr lang="en-US" altLang="en-US" sz="2000">
                <a:solidFill>
                  <a:srgbClr val="000099"/>
                </a:solidFill>
              </a:rPr>
              <a:t>Child Object (2)</a:t>
            </a:r>
          </a:p>
        </p:txBody>
      </p:sp>
      <p:sp>
        <p:nvSpPr>
          <p:cNvPr id="181265" name="Rectangle 1041"/>
          <p:cNvSpPr>
            <a:spLocks noChangeArrowheads="1"/>
          </p:cNvSpPr>
          <p:nvPr/>
        </p:nvSpPr>
        <p:spPr bwMode="auto">
          <a:xfrm>
            <a:off x="2667000" y="3581400"/>
            <a:ext cx="2819400" cy="40957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46800" rIns="90000" bIns="46800">
            <a:spAutoFit/>
          </a:bodyPr>
          <a:lstStyle/>
          <a:p>
            <a:r>
              <a:rPr lang="en-US" altLang="en-US" sz="2000" b="1">
                <a:solidFill>
                  <a:schemeClr val="accent2"/>
                </a:solidFill>
              </a:rPr>
              <a:t>Active Object</a:t>
            </a:r>
          </a:p>
        </p:txBody>
      </p:sp>
      <p:sp>
        <p:nvSpPr>
          <p:cNvPr id="181266" name="Rectangle 1042"/>
          <p:cNvSpPr>
            <a:spLocks noChangeArrowheads="1"/>
          </p:cNvSpPr>
          <p:nvPr/>
        </p:nvSpPr>
        <p:spPr bwMode="auto">
          <a:xfrm>
            <a:off x="2743200" y="5334000"/>
            <a:ext cx="2819400" cy="40957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46800" rIns="90000" bIns="46800">
            <a:spAutoFit/>
          </a:bodyPr>
          <a:lstStyle/>
          <a:p>
            <a:r>
              <a:rPr lang="en-US" altLang="en-US" sz="2000">
                <a:solidFill>
                  <a:srgbClr val="000099"/>
                </a:solidFill>
              </a:rPr>
              <a:t>Next Object </a:t>
            </a:r>
          </a:p>
        </p:txBody>
      </p:sp>
      <p:sp>
        <p:nvSpPr>
          <p:cNvPr id="181267" name="Rectangle 1043"/>
          <p:cNvSpPr>
            <a:spLocks noChangeArrowheads="1"/>
          </p:cNvSpPr>
          <p:nvPr/>
        </p:nvSpPr>
        <p:spPr bwMode="auto">
          <a:xfrm>
            <a:off x="2667000" y="2971800"/>
            <a:ext cx="2819400" cy="40957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46800" rIns="90000" bIns="46800">
            <a:spAutoFit/>
          </a:bodyPr>
          <a:lstStyle/>
          <a:p>
            <a:r>
              <a:rPr lang="en-US" altLang="en-US" sz="2000">
                <a:solidFill>
                  <a:srgbClr val="000099"/>
                </a:solidFill>
              </a:rPr>
              <a:t>Previous Object </a:t>
            </a:r>
          </a:p>
        </p:txBody>
      </p:sp>
      <p:cxnSp>
        <p:nvCxnSpPr>
          <p:cNvPr id="181269" name="AutoShape 1045"/>
          <p:cNvCxnSpPr>
            <a:cxnSpLocks noChangeShapeType="1"/>
            <a:stCxn id="181254" idx="2"/>
            <a:endCxn id="181265" idx="1"/>
          </p:cNvCxnSpPr>
          <p:nvPr/>
        </p:nvCxnSpPr>
        <p:spPr bwMode="auto">
          <a:xfrm rot="16200000" flipH="1">
            <a:off x="1950243" y="3069432"/>
            <a:ext cx="1090613" cy="342900"/>
          </a:xfrm>
          <a:prstGeom prst="bentConnector2">
            <a:avLst/>
          </a:prstGeom>
          <a:noFill/>
          <a:ln w="38100">
            <a:solidFill>
              <a:schemeClr val="tx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270" name="AutoShape 1046"/>
          <p:cNvCxnSpPr>
            <a:cxnSpLocks noChangeShapeType="1"/>
            <a:stCxn id="181265" idx="2"/>
            <a:endCxn id="181261" idx="1"/>
          </p:cNvCxnSpPr>
          <p:nvPr/>
        </p:nvCxnSpPr>
        <p:spPr bwMode="auto">
          <a:xfrm rot="16200000" flipH="1">
            <a:off x="4045743" y="4021932"/>
            <a:ext cx="404813" cy="342900"/>
          </a:xfrm>
          <a:prstGeom prst="bentConnector2">
            <a:avLst/>
          </a:prstGeom>
          <a:noFill/>
          <a:ln w="38100">
            <a:solidFill>
              <a:schemeClr val="tx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271" name="AutoShape 1047"/>
          <p:cNvCxnSpPr>
            <a:cxnSpLocks noChangeShapeType="1"/>
            <a:stCxn id="181254" idx="2"/>
            <a:endCxn id="181266" idx="1"/>
          </p:cNvCxnSpPr>
          <p:nvPr/>
        </p:nvCxnSpPr>
        <p:spPr bwMode="auto">
          <a:xfrm rot="16200000" flipH="1">
            <a:off x="1112043" y="3907632"/>
            <a:ext cx="2843213" cy="419100"/>
          </a:xfrm>
          <a:prstGeom prst="bentConnector2">
            <a:avLst/>
          </a:prstGeom>
          <a:noFill/>
          <a:ln w="38100">
            <a:solidFill>
              <a:schemeClr val="tx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272" name="AutoShape 1048"/>
          <p:cNvCxnSpPr>
            <a:cxnSpLocks noChangeShapeType="1"/>
            <a:stCxn id="181254" idx="2"/>
            <a:endCxn id="181267" idx="1"/>
          </p:cNvCxnSpPr>
          <p:nvPr/>
        </p:nvCxnSpPr>
        <p:spPr bwMode="auto">
          <a:xfrm rot="16200000" flipH="1">
            <a:off x="2255043" y="2764632"/>
            <a:ext cx="481013" cy="342900"/>
          </a:xfrm>
          <a:prstGeom prst="bentConnector2">
            <a:avLst/>
          </a:prstGeom>
          <a:noFill/>
          <a:ln w="38100">
            <a:solidFill>
              <a:schemeClr val="tx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273" name="AutoShape 1049"/>
          <p:cNvCxnSpPr>
            <a:cxnSpLocks noChangeShapeType="1"/>
            <a:stCxn id="181265" idx="2"/>
            <a:endCxn id="181264" idx="1"/>
          </p:cNvCxnSpPr>
          <p:nvPr/>
        </p:nvCxnSpPr>
        <p:spPr bwMode="auto">
          <a:xfrm rot="16200000" flipH="1">
            <a:off x="3779043" y="4288632"/>
            <a:ext cx="938213" cy="342900"/>
          </a:xfrm>
          <a:prstGeom prst="bentConnector2">
            <a:avLst/>
          </a:prstGeom>
          <a:noFill/>
          <a:ln w="38100">
            <a:solidFill>
              <a:schemeClr val="tx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944536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r>
              <a:rPr lang="en-US" altLang="en-US" dirty="0"/>
              <a:t>Cascading Style Sheets</a:t>
            </a:r>
          </a:p>
        </p:txBody>
      </p:sp>
      <p:sp>
        <p:nvSpPr>
          <p:cNvPr id="165891" name="Rectangle 3"/>
          <p:cNvSpPr>
            <a:spLocks noGrp="1" noChangeArrowheads="1"/>
          </p:cNvSpPr>
          <p:nvPr>
            <p:ph type="body" idx="1"/>
          </p:nvPr>
        </p:nvSpPr>
        <p:spPr>
          <a:xfrm>
            <a:off x="2743200" y="2895600"/>
            <a:ext cx="5181600" cy="1676400"/>
          </a:xfrm>
        </p:spPr>
        <p:txBody>
          <a:bodyPr/>
          <a:lstStyle/>
          <a:p>
            <a:r>
              <a:rPr lang="en-US" altLang="en-US" sz="2400" dirty="0"/>
              <a:t>What Style Sheets can do</a:t>
            </a:r>
          </a:p>
          <a:p>
            <a:pPr lvl="1"/>
            <a:r>
              <a:rPr lang="en-US" altLang="en-US" sz="1800" dirty="0"/>
              <a:t>Grouping elements</a:t>
            </a:r>
          </a:p>
          <a:p>
            <a:pPr lvl="1"/>
            <a:r>
              <a:rPr lang="en-US" altLang="en-US" sz="1800" dirty="0"/>
              <a:t>Instant change of the Web Site design</a:t>
            </a:r>
          </a:p>
          <a:p>
            <a:pPr lvl="1"/>
            <a:r>
              <a:rPr lang="en-US" altLang="en-US" sz="1800" dirty="0"/>
              <a:t>Team cooperation in web development</a:t>
            </a:r>
          </a:p>
        </p:txBody>
      </p:sp>
      <p:sp>
        <p:nvSpPr>
          <p:cNvPr id="165896" name="Rectangle 8"/>
          <p:cNvSpPr>
            <a:spLocks noChangeArrowheads="1"/>
          </p:cNvSpPr>
          <p:nvPr/>
        </p:nvSpPr>
        <p:spPr bwMode="auto">
          <a:xfrm>
            <a:off x="1295400" y="1981200"/>
            <a:ext cx="6696362" cy="463846"/>
          </a:xfrm>
          <a:prstGeom prst="rect">
            <a:avLst/>
          </a:prstGeom>
          <a:solidFill>
            <a:srgbClr val="FFFF00"/>
          </a:solidFill>
          <a:ln w="12700">
            <a:solidFill>
              <a:schemeClr val="tx1"/>
            </a:solidFill>
            <a:miter lim="800000"/>
            <a:headEnd/>
            <a:tailEnd/>
          </a:ln>
          <a:effectLst>
            <a:outerShdw dist="107763" dir="2700000" algn="ctr" rotWithShape="0">
              <a:schemeClr val="bg2">
                <a:alpha val="50000"/>
              </a:schemeClr>
            </a:outerShdw>
          </a:effectLst>
        </p:spPr>
        <p:txBody>
          <a:bodyPr wrap="none" lIns="90000" tIns="46800" rIns="90000" bIns="46800">
            <a:spAutoFit/>
          </a:bodyPr>
          <a:lstStyle/>
          <a:p>
            <a:r>
              <a:rPr lang="en-US" altLang="en-US" sz="2400" dirty="0">
                <a:solidFill>
                  <a:srgbClr val="000099"/>
                </a:solidFill>
              </a:rPr>
              <a:t>&lt;LINK REL=“stylesheet” HREF="styles.css"&gt;</a:t>
            </a:r>
          </a:p>
        </p:txBody>
      </p:sp>
    </p:spTree>
    <p:extLst>
      <p:ext uri="{BB962C8B-B14F-4D97-AF65-F5344CB8AC3E}">
        <p14:creationId xmlns:p14="http://schemas.microsoft.com/office/powerpoint/2010/main" val="1616708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r>
              <a:rPr lang="en-US" altLang="en-US"/>
              <a:t>Using Styles in HTML</a:t>
            </a:r>
          </a:p>
        </p:txBody>
      </p:sp>
      <p:sp>
        <p:nvSpPr>
          <p:cNvPr id="181251" name="Rectangle 3"/>
          <p:cNvSpPr>
            <a:spLocks noGrp="1" noChangeArrowheads="1"/>
          </p:cNvSpPr>
          <p:nvPr>
            <p:ph type="body" idx="1"/>
          </p:nvPr>
        </p:nvSpPr>
        <p:spPr>
          <a:xfrm>
            <a:off x="1676400" y="1905000"/>
            <a:ext cx="6096000" cy="4114800"/>
          </a:xfrm>
        </p:spPr>
        <p:txBody>
          <a:bodyPr/>
          <a:lstStyle/>
          <a:p>
            <a:r>
              <a:rPr lang="en-US" altLang="en-US" dirty="0"/>
              <a:t>External Style Sheet</a:t>
            </a:r>
          </a:p>
          <a:p>
            <a:endParaRPr lang="en-US" altLang="en-US" dirty="0"/>
          </a:p>
          <a:p>
            <a:r>
              <a:rPr lang="en-US" altLang="en-US" dirty="0"/>
              <a:t>Embedded - within the HEAD</a:t>
            </a:r>
          </a:p>
          <a:p>
            <a:endParaRPr lang="en-US" altLang="en-US" dirty="0"/>
          </a:p>
          <a:p>
            <a:endParaRPr lang="en-US" altLang="en-US" dirty="0"/>
          </a:p>
          <a:p>
            <a:endParaRPr lang="en-US" altLang="en-US" dirty="0"/>
          </a:p>
          <a:p>
            <a:r>
              <a:rPr lang="en-US" altLang="en-US" dirty="0"/>
              <a:t>Inline Styles</a:t>
            </a:r>
          </a:p>
        </p:txBody>
      </p:sp>
      <p:sp>
        <p:nvSpPr>
          <p:cNvPr id="181252" name="Rectangle 4"/>
          <p:cNvSpPr>
            <a:spLocks noChangeArrowheads="1"/>
          </p:cNvSpPr>
          <p:nvPr/>
        </p:nvSpPr>
        <p:spPr bwMode="auto">
          <a:xfrm>
            <a:off x="2833688" y="2438400"/>
            <a:ext cx="5929312" cy="402291"/>
          </a:xfrm>
          <a:prstGeom prst="rect">
            <a:avLst/>
          </a:prstGeom>
          <a:solidFill>
            <a:srgbClr val="FFFF00"/>
          </a:solidFill>
          <a:ln w="12700">
            <a:solidFill>
              <a:schemeClr val="tx1"/>
            </a:solidFill>
            <a:miter lim="800000"/>
            <a:headEnd/>
            <a:tailEnd/>
          </a:ln>
          <a:effectLst>
            <a:outerShdw dist="107763" dir="2700000" algn="ctr" rotWithShape="0">
              <a:schemeClr val="bg2">
                <a:alpha val="50000"/>
              </a:schemeClr>
            </a:outerShdw>
          </a:effectLst>
        </p:spPr>
        <p:txBody>
          <a:bodyPr wrap="square" lIns="90000" tIns="46800" rIns="90000" bIns="46800">
            <a:spAutoFit/>
          </a:bodyPr>
          <a:lstStyle/>
          <a:p>
            <a:r>
              <a:rPr lang="en-US" altLang="en-US" sz="2000" dirty="0">
                <a:solidFill>
                  <a:srgbClr val="000099"/>
                </a:solidFill>
              </a:rPr>
              <a:t>&lt;LINK REL=“stylesheet” HREF="styles.css"&gt;</a:t>
            </a:r>
          </a:p>
        </p:txBody>
      </p:sp>
      <p:sp>
        <p:nvSpPr>
          <p:cNvPr id="181253" name="Rectangle 5"/>
          <p:cNvSpPr>
            <a:spLocks noChangeArrowheads="1"/>
          </p:cNvSpPr>
          <p:nvPr/>
        </p:nvSpPr>
        <p:spPr bwMode="auto">
          <a:xfrm>
            <a:off x="2819400" y="3324225"/>
            <a:ext cx="4876800" cy="1323975"/>
          </a:xfrm>
          <a:prstGeom prst="rect">
            <a:avLst/>
          </a:prstGeom>
          <a:solidFill>
            <a:srgbClr val="FFFF00"/>
          </a:solidFill>
          <a:ln w="12700">
            <a:solidFill>
              <a:schemeClr val="tx1"/>
            </a:solidFill>
            <a:miter lim="800000"/>
            <a:headEnd/>
            <a:tailEnd/>
          </a:ln>
          <a:effectLst>
            <a:outerShdw dist="107763" dir="2700000" algn="ctr" rotWithShape="0">
              <a:schemeClr val="bg2">
                <a:alpha val="50000"/>
              </a:schemeClr>
            </a:outerShdw>
          </a:effectLst>
        </p:spPr>
        <p:txBody>
          <a:bodyPr lIns="90000" tIns="46800" rIns="90000" bIns="46800">
            <a:spAutoFit/>
          </a:bodyPr>
          <a:lstStyle/>
          <a:p>
            <a:r>
              <a:rPr lang="en-US" altLang="en-US" sz="2000" dirty="0">
                <a:solidFill>
                  <a:srgbClr val="000099"/>
                </a:solidFill>
              </a:rPr>
              <a:t>&lt;STYLE&gt;</a:t>
            </a:r>
          </a:p>
          <a:p>
            <a:r>
              <a:rPr lang="en-US" altLang="en-US" sz="2000" dirty="0">
                <a:solidFill>
                  <a:srgbClr val="000099"/>
                </a:solidFill>
              </a:rPr>
              <a:t>	A {color: red;}</a:t>
            </a:r>
          </a:p>
          <a:p>
            <a:r>
              <a:rPr lang="en-US" altLang="en-US" sz="2000" dirty="0">
                <a:solidFill>
                  <a:srgbClr val="000099"/>
                </a:solidFill>
              </a:rPr>
              <a:t>	A:hover {color: navy;}</a:t>
            </a:r>
          </a:p>
          <a:p>
            <a:r>
              <a:rPr lang="en-US" altLang="en-US" sz="2000" dirty="0">
                <a:solidFill>
                  <a:srgbClr val="000099"/>
                </a:solidFill>
              </a:rPr>
              <a:t>&lt;/STYLE&gt;</a:t>
            </a:r>
          </a:p>
        </p:txBody>
      </p:sp>
      <p:sp>
        <p:nvSpPr>
          <p:cNvPr id="181254" name="Rectangle 6"/>
          <p:cNvSpPr>
            <a:spLocks noChangeArrowheads="1"/>
          </p:cNvSpPr>
          <p:nvPr/>
        </p:nvSpPr>
        <p:spPr bwMode="auto">
          <a:xfrm>
            <a:off x="2819400" y="5257800"/>
            <a:ext cx="5638800" cy="409575"/>
          </a:xfrm>
          <a:prstGeom prst="rect">
            <a:avLst/>
          </a:prstGeom>
          <a:solidFill>
            <a:srgbClr val="FFFF00"/>
          </a:solidFill>
          <a:ln w="12700">
            <a:solidFill>
              <a:schemeClr val="tx1"/>
            </a:solidFill>
            <a:miter lim="800000"/>
            <a:headEnd/>
            <a:tailEnd/>
          </a:ln>
          <a:effectLst>
            <a:outerShdw dist="107763" dir="2700000" algn="ctr" rotWithShape="0">
              <a:schemeClr val="bg2">
                <a:alpha val="50000"/>
              </a:schemeClr>
            </a:outerShdw>
          </a:effectLst>
        </p:spPr>
        <p:txBody>
          <a:bodyPr wrap="square" lIns="90000" tIns="46800" rIns="90000" bIns="46800">
            <a:spAutoFit/>
          </a:bodyPr>
          <a:lstStyle/>
          <a:p>
            <a:r>
              <a:rPr lang="en-US" altLang="en-US" sz="2000" dirty="0">
                <a:solidFill>
                  <a:srgbClr val="000099"/>
                </a:solidFill>
              </a:rPr>
              <a:t>&lt;body style=“cursor: </a:t>
            </a:r>
            <a:r>
              <a:rPr lang="en-US" altLang="en-US" sz="2000" dirty="0" err="1">
                <a:solidFill>
                  <a:srgbClr val="000099"/>
                </a:solidFill>
              </a:rPr>
              <a:t>hand;color</a:t>
            </a:r>
            <a:r>
              <a:rPr lang="en-US" altLang="en-US" sz="2000" dirty="0">
                <a:solidFill>
                  <a:srgbClr val="000099"/>
                </a:solidFill>
              </a:rPr>
              <a:t>: navy;”&gt;</a:t>
            </a:r>
          </a:p>
        </p:txBody>
      </p:sp>
    </p:spTree>
    <p:extLst>
      <p:ext uri="{BB962C8B-B14F-4D97-AF65-F5344CB8AC3E}">
        <p14:creationId xmlns:p14="http://schemas.microsoft.com/office/powerpoint/2010/main" val="627704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r>
              <a:rPr lang="en-US" altLang="en-US"/>
              <a:t>Rules and Properties</a:t>
            </a:r>
            <a:r>
              <a:rPr lang="en-US" altLang="en-US" sz="3100" b="0">
                <a:solidFill>
                  <a:srgbClr val="FF3300"/>
                </a:solidFill>
              </a:rPr>
              <a:t> </a:t>
            </a:r>
          </a:p>
        </p:txBody>
      </p:sp>
      <p:sp>
        <p:nvSpPr>
          <p:cNvPr id="175107" name="Rectangle 3"/>
          <p:cNvSpPr>
            <a:spLocks noGrp="1" noChangeArrowheads="1"/>
          </p:cNvSpPr>
          <p:nvPr>
            <p:ph type="body" idx="1"/>
          </p:nvPr>
        </p:nvSpPr>
        <p:spPr>
          <a:xfrm>
            <a:off x="5257800" y="2057400"/>
            <a:ext cx="2819400" cy="762000"/>
          </a:xfrm>
        </p:spPr>
        <p:txBody>
          <a:bodyPr/>
          <a:lstStyle/>
          <a:p>
            <a:r>
              <a:rPr lang="en-US" altLang="en-US"/>
              <a:t>CSS Model</a:t>
            </a:r>
          </a:p>
        </p:txBody>
      </p:sp>
      <p:sp>
        <p:nvSpPr>
          <p:cNvPr id="175108" name="Rectangle 4"/>
          <p:cNvSpPr>
            <a:spLocks noChangeArrowheads="1"/>
          </p:cNvSpPr>
          <p:nvPr/>
        </p:nvSpPr>
        <p:spPr bwMode="auto">
          <a:xfrm>
            <a:off x="1447800" y="2286000"/>
            <a:ext cx="4572000" cy="413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ltLang="en-US" sz="1000" dirty="0">
                <a:solidFill>
                  <a:srgbClr val="000099"/>
                </a:solidFill>
              </a:rPr>
              <a:t>BODY</a:t>
            </a:r>
          </a:p>
          <a:p>
            <a:pPr>
              <a:spcBef>
                <a:spcPct val="50000"/>
              </a:spcBef>
            </a:pPr>
            <a:r>
              <a:rPr lang="en-US" altLang="en-US" sz="1000" dirty="0">
                <a:solidFill>
                  <a:srgbClr val="000099"/>
                </a:solidFill>
              </a:rPr>
              <a:t>{</a:t>
            </a:r>
          </a:p>
          <a:p>
            <a:pPr>
              <a:spcBef>
                <a:spcPct val="50000"/>
              </a:spcBef>
            </a:pPr>
            <a:r>
              <a:rPr lang="en-US" altLang="en-US" sz="1000" dirty="0">
                <a:solidFill>
                  <a:srgbClr val="000099"/>
                </a:solidFill>
              </a:rPr>
              <a:t>    CURSOR: hand;</a:t>
            </a:r>
          </a:p>
          <a:p>
            <a:pPr>
              <a:spcBef>
                <a:spcPct val="50000"/>
              </a:spcBef>
            </a:pPr>
            <a:r>
              <a:rPr lang="en-US" altLang="en-US" sz="1000" dirty="0">
                <a:solidFill>
                  <a:srgbClr val="000099"/>
                </a:solidFill>
              </a:rPr>
              <a:t>    COLOR: navy;</a:t>
            </a:r>
          </a:p>
          <a:p>
            <a:pPr>
              <a:spcBef>
                <a:spcPct val="50000"/>
              </a:spcBef>
            </a:pPr>
            <a:r>
              <a:rPr lang="en-US" altLang="en-US" sz="1000" dirty="0">
                <a:solidFill>
                  <a:srgbClr val="000099"/>
                </a:solidFill>
              </a:rPr>
              <a:t>    FONT-FAMILY: Verdana;</a:t>
            </a:r>
          </a:p>
          <a:p>
            <a:pPr>
              <a:spcBef>
                <a:spcPct val="50000"/>
              </a:spcBef>
            </a:pPr>
            <a:r>
              <a:rPr lang="en-US" altLang="en-US" sz="1000" dirty="0">
                <a:solidFill>
                  <a:srgbClr val="000099"/>
                </a:solidFill>
              </a:rPr>
              <a:t>    BACKGROUND-COLOR: </a:t>
            </a:r>
            <a:r>
              <a:rPr lang="en-US" altLang="en-US" sz="1000" dirty="0" err="1">
                <a:solidFill>
                  <a:srgbClr val="000099"/>
                </a:solidFill>
              </a:rPr>
              <a:t>paleturquoise</a:t>
            </a:r>
            <a:endParaRPr lang="en-US" altLang="en-US" sz="1000" dirty="0">
              <a:solidFill>
                <a:srgbClr val="000099"/>
              </a:solidFill>
            </a:endParaRPr>
          </a:p>
          <a:p>
            <a:pPr>
              <a:spcBef>
                <a:spcPct val="50000"/>
              </a:spcBef>
            </a:pPr>
            <a:r>
              <a:rPr lang="en-US" altLang="en-US" sz="1000" dirty="0">
                <a:solidFill>
                  <a:srgbClr val="000099"/>
                </a:solidFill>
              </a:rPr>
              <a:t>}</a:t>
            </a:r>
          </a:p>
          <a:p>
            <a:pPr>
              <a:spcBef>
                <a:spcPct val="50000"/>
              </a:spcBef>
            </a:pPr>
            <a:r>
              <a:rPr lang="en-US" altLang="en-US" sz="1000" dirty="0">
                <a:solidFill>
                  <a:srgbClr val="000099"/>
                </a:solidFill>
              </a:rPr>
              <a:t>.test</a:t>
            </a:r>
          </a:p>
          <a:p>
            <a:pPr>
              <a:spcBef>
                <a:spcPct val="50000"/>
              </a:spcBef>
            </a:pPr>
            <a:r>
              <a:rPr lang="en-US" altLang="en-US" sz="1000" dirty="0">
                <a:solidFill>
                  <a:srgbClr val="000099"/>
                </a:solidFill>
              </a:rPr>
              <a:t>{</a:t>
            </a:r>
          </a:p>
          <a:p>
            <a:pPr>
              <a:spcBef>
                <a:spcPct val="50000"/>
              </a:spcBef>
            </a:pPr>
            <a:r>
              <a:rPr lang="en-US" altLang="en-US" sz="1000" dirty="0">
                <a:solidFill>
                  <a:srgbClr val="000099"/>
                </a:solidFill>
              </a:rPr>
              <a:t>    BORDER-RIGHT: red double;</a:t>
            </a:r>
          </a:p>
          <a:p>
            <a:pPr>
              <a:spcBef>
                <a:spcPct val="50000"/>
              </a:spcBef>
            </a:pPr>
            <a:r>
              <a:rPr lang="en-US" altLang="en-US" sz="1000" dirty="0">
                <a:solidFill>
                  <a:srgbClr val="000099"/>
                </a:solidFill>
              </a:rPr>
              <a:t>    BORDER-TOP: red double;</a:t>
            </a:r>
          </a:p>
          <a:p>
            <a:pPr>
              <a:spcBef>
                <a:spcPct val="50000"/>
              </a:spcBef>
            </a:pPr>
            <a:r>
              <a:rPr lang="en-US" altLang="en-US" sz="1000" dirty="0">
                <a:solidFill>
                  <a:srgbClr val="000099"/>
                </a:solidFill>
              </a:rPr>
              <a:t>    BORDER-LEFT: red double;</a:t>
            </a:r>
          </a:p>
          <a:p>
            <a:pPr>
              <a:spcBef>
                <a:spcPct val="50000"/>
              </a:spcBef>
            </a:pPr>
            <a:r>
              <a:rPr lang="en-US" altLang="en-US" sz="1000" dirty="0">
                <a:solidFill>
                  <a:srgbClr val="000099"/>
                </a:solidFill>
              </a:rPr>
              <a:t>    WIDTH: 200pt;</a:t>
            </a:r>
          </a:p>
          <a:p>
            <a:pPr>
              <a:spcBef>
                <a:spcPct val="50000"/>
              </a:spcBef>
            </a:pPr>
            <a:r>
              <a:rPr lang="en-US" altLang="en-US" sz="1000" dirty="0">
                <a:solidFill>
                  <a:srgbClr val="000099"/>
                </a:solidFill>
              </a:rPr>
              <a:t>    BORDER-BOTTOM: red double;</a:t>
            </a:r>
          </a:p>
          <a:p>
            <a:pPr>
              <a:spcBef>
                <a:spcPct val="50000"/>
              </a:spcBef>
            </a:pPr>
            <a:r>
              <a:rPr lang="en-US" altLang="en-US" sz="1000" dirty="0">
                <a:solidFill>
                  <a:srgbClr val="000099"/>
                </a:solidFill>
              </a:rPr>
              <a:t>    FONT-FAMILY: 'MS Sans Serif';</a:t>
            </a:r>
          </a:p>
          <a:p>
            <a:pPr>
              <a:spcBef>
                <a:spcPct val="50000"/>
              </a:spcBef>
            </a:pPr>
            <a:r>
              <a:rPr lang="en-US" altLang="en-US" sz="1000" dirty="0">
                <a:solidFill>
                  <a:srgbClr val="000099"/>
                </a:solidFill>
              </a:rPr>
              <a:t>    HEIGHT: 100pt;</a:t>
            </a:r>
          </a:p>
          <a:p>
            <a:pPr>
              <a:spcBef>
                <a:spcPct val="50000"/>
              </a:spcBef>
            </a:pPr>
            <a:r>
              <a:rPr lang="en-US" altLang="en-US" sz="1000" dirty="0">
                <a:solidFill>
                  <a:srgbClr val="000099"/>
                </a:solidFill>
              </a:rPr>
              <a:t>    TEXT-ALIGN: center</a:t>
            </a:r>
          </a:p>
          <a:p>
            <a:pPr>
              <a:spcBef>
                <a:spcPct val="50000"/>
              </a:spcBef>
            </a:pPr>
            <a:r>
              <a:rPr lang="en-US" altLang="en-US" sz="1000" dirty="0">
                <a:solidFill>
                  <a:srgbClr val="000099"/>
                </a:solidFill>
              </a:rPr>
              <a:t>}</a:t>
            </a:r>
          </a:p>
        </p:txBody>
      </p:sp>
      <p:sp>
        <p:nvSpPr>
          <p:cNvPr id="175109" name="Rectangle 5"/>
          <p:cNvSpPr>
            <a:spLocks noChangeArrowheads="1"/>
          </p:cNvSpPr>
          <p:nvPr/>
        </p:nvSpPr>
        <p:spPr bwMode="auto">
          <a:xfrm>
            <a:off x="533400" y="1676400"/>
            <a:ext cx="35020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spcBef>
                <a:spcPct val="20000"/>
              </a:spcBef>
              <a:buClr>
                <a:schemeClr val="hlink"/>
              </a:buClr>
              <a:buSzPct val="50000"/>
              <a:buFont typeface="Monotype Sorts" pitchFamily="2" charset="2"/>
              <a:buChar char="n"/>
            </a:pPr>
            <a:r>
              <a:rPr kumimoji="1" lang="en-US" altLang="en-US">
                <a:latin typeface="Arial" charset="0"/>
              </a:rPr>
              <a:t>  Two rules example</a:t>
            </a:r>
          </a:p>
        </p:txBody>
      </p:sp>
      <p:sp>
        <p:nvSpPr>
          <p:cNvPr id="175110" name="Rectangle 6"/>
          <p:cNvSpPr>
            <a:spLocks noChangeArrowheads="1"/>
          </p:cNvSpPr>
          <p:nvPr/>
        </p:nvSpPr>
        <p:spPr bwMode="auto">
          <a:xfrm>
            <a:off x="4495800" y="2971800"/>
            <a:ext cx="4343400" cy="244900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spcBef>
                <a:spcPct val="50000"/>
              </a:spcBef>
            </a:pPr>
            <a:r>
              <a:rPr lang="en-US" altLang="en-US" sz="1800" dirty="0">
                <a:solidFill>
                  <a:srgbClr val="000099"/>
                </a:solidFill>
              </a:rPr>
              <a:t>SELECTOR-NAME  {</a:t>
            </a:r>
          </a:p>
          <a:p>
            <a:pPr lvl="1">
              <a:spcBef>
                <a:spcPct val="50000"/>
              </a:spcBef>
            </a:pPr>
            <a:r>
              <a:rPr lang="en-US" altLang="en-US" sz="1800" dirty="0">
                <a:solidFill>
                  <a:srgbClr val="000099"/>
                </a:solidFill>
              </a:rPr>
              <a:t>property: value;  /* comments </a:t>
            </a:r>
            <a:r>
              <a:rPr lang="en-US" altLang="en-US" sz="1600" dirty="0">
                <a:solidFill>
                  <a:srgbClr val="000099"/>
                </a:solidFill>
              </a:rPr>
              <a:t>*/</a:t>
            </a:r>
            <a:endParaRPr lang="en-US" altLang="en-US" sz="1800" dirty="0">
              <a:solidFill>
                <a:srgbClr val="000099"/>
              </a:solidFill>
            </a:endParaRPr>
          </a:p>
          <a:p>
            <a:pPr lvl="1">
              <a:spcBef>
                <a:spcPct val="50000"/>
              </a:spcBef>
            </a:pPr>
            <a:r>
              <a:rPr lang="en-US" altLang="en-US" sz="1800" dirty="0">
                <a:solidFill>
                  <a:srgbClr val="000099"/>
                </a:solidFill>
              </a:rPr>
              <a:t>property: value;    </a:t>
            </a:r>
          </a:p>
          <a:p>
            <a:pPr lvl="1">
              <a:spcBef>
                <a:spcPct val="50000"/>
              </a:spcBef>
            </a:pPr>
            <a:r>
              <a:rPr lang="en-US" altLang="en-US" sz="1800" dirty="0">
                <a:solidFill>
                  <a:srgbClr val="000099"/>
                </a:solidFill>
              </a:rPr>
              <a:t>property: value;</a:t>
            </a:r>
          </a:p>
          <a:p>
            <a:pPr lvl="1">
              <a:spcBef>
                <a:spcPct val="50000"/>
              </a:spcBef>
            </a:pPr>
            <a:r>
              <a:rPr lang="en-US" altLang="en-US" sz="1800" dirty="0">
                <a:solidFill>
                  <a:srgbClr val="000099"/>
                </a:solidFill>
              </a:rPr>
              <a:t>property: value;</a:t>
            </a:r>
          </a:p>
          <a:p>
            <a:pPr>
              <a:spcBef>
                <a:spcPct val="50000"/>
              </a:spcBef>
            </a:pPr>
            <a:r>
              <a:rPr lang="en-US" altLang="en-US" sz="1800" dirty="0">
                <a:solidFill>
                  <a:srgbClr val="000099"/>
                </a:solidFill>
              </a:rPr>
              <a:t>}</a:t>
            </a:r>
          </a:p>
        </p:txBody>
      </p:sp>
    </p:spTree>
    <p:extLst>
      <p:ext uri="{BB962C8B-B14F-4D97-AF65-F5344CB8AC3E}">
        <p14:creationId xmlns:p14="http://schemas.microsoft.com/office/powerpoint/2010/main" val="2031865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r>
              <a:rPr lang="en-US" altLang="en-US"/>
              <a:t>Grouping Properties</a:t>
            </a:r>
            <a:endParaRPr lang="en-US" altLang="en-US" sz="3100" b="0">
              <a:solidFill>
                <a:srgbClr val="FF3300"/>
              </a:solidFill>
            </a:endParaRPr>
          </a:p>
        </p:txBody>
      </p:sp>
      <p:sp>
        <p:nvSpPr>
          <p:cNvPr id="176132" name="Rectangle 4"/>
          <p:cNvSpPr>
            <a:spLocks noChangeArrowheads="1"/>
          </p:cNvSpPr>
          <p:nvPr/>
        </p:nvSpPr>
        <p:spPr bwMode="auto">
          <a:xfrm>
            <a:off x="457200" y="1981200"/>
            <a:ext cx="3810000" cy="36814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ltLang="en-US" sz="1800">
                <a:solidFill>
                  <a:srgbClr val="000099"/>
                </a:solidFill>
              </a:rPr>
              <a:t>H1  {</a:t>
            </a:r>
          </a:p>
          <a:p>
            <a:pPr lvl="1">
              <a:spcBef>
                <a:spcPct val="50000"/>
              </a:spcBef>
            </a:pPr>
            <a:r>
              <a:rPr lang="en-US" altLang="en-US" sz="1800">
                <a:solidFill>
                  <a:srgbClr val="000099"/>
                </a:solidFill>
              </a:rPr>
              <a:t>font-family: Helvetica, Arial;</a:t>
            </a:r>
          </a:p>
          <a:p>
            <a:pPr>
              <a:spcBef>
                <a:spcPct val="50000"/>
              </a:spcBef>
            </a:pPr>
            <a:r>
              <a:rPr lang="en-US" altLang="en-US" sz="1800">
                <a:solidFill>
                  <a:srgbClr val="000099"/>
                </a:solidFill>
              </a:rPr>
              <a:t>}</a:t>
            </a:r>
          </a:p>
          <a:p>
            <a:pPr>
              <a:spcBef>
                <a:spcPct val="50000"/>
              </a:spcBef>
            </a:pPr>
            <a:r>
              <a:rPr lang="en-US" altLang="en-US" sz="1800">
                <a:solidFill>
                  <a:srgbClr val="000099"/>
                </a:solidFill>
              </a:rPr>
              <a:t>H2  {</a:t>
            </a:r>
          </a:p>
          <a:p>
            <a:pPr lvl="1">
              <a:spcBef>
                <a:spcPct val="50000"/>
              </a:spcBef>
            </a:pPr>
            <a:r>
              <a:rPr lang="en-US" altLang="en-US" sz="1800">
                <a:solidFill>
                  <a:srgbClr val="000099"/>
                </a:solidFill>
              </a:rPr>
              <a:t>font-family: Helvetica, Arial;</a:t>
            </a:r>
          </a:p>
          <a:p>
            <a:pPr>
              <a:spcBef>
                <a:spcPct val="50000"/>
              </a:spcBef>
            </a:pPr>
            <a:r>
              <a:rPr lang="en-US" altLang="en-US" sz="1800">
                <a:solidFill>
                  <a:srgbClr val="000099"/>
                </a:solidFill>
              </a:rPr>
              <a:t>}</a:t>
            </a:r>
          </a:p>
          <a:p>
            <a:pPr>
              <a:spcBef>
                <a:spcPct val="50000"/>
              </a:spcBef>
            </a:pPr>
            <a:r>
              <a:rPr lang="en-US" altLang="en-US" sz="1800">
                <a:solidFill>
                  <a:srgbClr val="000099"/>
                </a:solidFill>
              </a:rPr>
              <a:t>H3  {</a:t>
            </a:r>
          </a:p>
          <a:p>
            <a:pPr lvl="1">
              <a:spcBef>
                <a:spcPct val="50000"/>
              </a:spcBef>
            </a:pPr>
            <a:r>
              <a:rPr lang="en-US" altLang="en-US" sz="1800">
                <a:solidFill>
                  <a:srgbClr val="000099"/>
                </a:solidFill>
              </a:rPr>
              <a:t>font-family: Helvetica, Arial;</a:t>
            </a:r>
          </a:p>
          <a:p>
            <a:pPr>
              <a:spcBef>
                <a:spcPct val="50000"/>
              </a:spcBef>
            </a:pPr>
            <a:r>
              <a:rPr lang="en-US" altLang="en-US" sz="1800">
                <a:solidFill>
                  <a:srgbClr val="000099"/>
                </a:solidFill>
              </a:rPr>
              <a:t>}</a:t>
            </a:r>
          </a:p>
        </p:txBody>
      </p:sp>
      <p:sp>
        <p:nvSpPr>
          <p:cNvPr id="176133" name="Rectangle 5"/>
          <p:cNvSpPr>
            <a:spLocks noChangeArrowheads="1"/>
          </p:cNvSpPr>
          <p:nvPr/>
        </p:nvSpPr>
        <p:spPr bwMode="auto">
          <a:xfrm>
            <a:off x="5105400" y="3200400"/>
            <a:ext cx="3657600" cy="115634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spcBef>
                <a:spcPct val="50000"/>
              </a:spcBef>
            </a:pPr>
            <a:r>
              <a:rPr lang="en-US" altLang="en-US" sz="1800" dirty="0">
                <a:solidFill>
                  <a:srgbClr val="000099"/>
                </a:solidFill>
              </a:rPr>
              <a:t>H1, H2, H3  {</a:t>
            </a:r>
          </a:p>
          <a:p>
            <a:pPr lvl="1">
              <a:spcBef>
                <a:spcPct val="50000"/>
              </a:spcBef>
            </a:pPr>
            <a:r>
              <a:rPr lang="en-US" altLang="en-US" sz="1600" dirty="0">
                <a:solidFill>
                  <a:srgbClr val="000099"/>
                </a:solidFill>
              </a:rPr>
              <a:t>font-family: Helvetica, Arial;</a:t>
            </a:r>
          </a:p>
          <a:p>
            <a:pPr>
              <a:spcBef>
                <a:spcPct val="50000"/>
              </a:spcBef>
            </a:pPr>
            <a:r>
              <a:rPr lang="en-US" altLang="en-US" sz="1800" dirty="0">
                <a:solidFill>
                  <a:srgbClr val="000099"/>
                </a:solidFill>
              </a:rPr>
              <a:t>}</a:t>
            </a:r>
          </a:p>
        </p:txBody>
      </p:sp>
      <p:sp>
        <p:nvSpPr>
          <p:cNvPr id="176134" name="AutoShape 6"/>
          <p:cNvSpPr>
            <a:spLocks noChangeArrowheads="1"/>
          </p:cNvSpPr>
          <p:nvPr/>
        </p:nvSpPr>
        <p:spPr bwMode="auto">
          <a:xfrm>
            <a:off x="4419600" y="3581400"/>
            <a:ext cx="533400" cy="457200"/>
          </a:xfrm>
          <a:prstGeom prst="rightArrow">
            <a:avLst>
              <a:gd name="adj1" fmla="val 43056"/>
              <a:gd name="adj2" fmla="val 50345"/>
            </a:avLst>
          </a:prstGeom>
          <a:solidFill>
            <a:schemeClr val="accent2"/>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Tree>
    <p:extLst>
      <p:ext uri="{BB962C8B-B14F-4D97-AF65-F5344CB8AC3E}">
        <p14:creationId xmlns:p14="http://schemas.microsoft.com/office/powerpoint/2010/main" val="3079190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r>
              <a:rPr lang="en-US" altLang="en-US"/>
              <a:t>Classes</a:t>
            </a:r>
          </a:p>
        </p:txBody>
      </p:sp>
      <p:sp>
        <p:nvSpPr>
          <p:cNvPr id="177156" name="Rectangle 4"/>
          <p:cNvSpPr>
            <a:spLocks noChangeArrowheads="1"/>
          </p:cNvSpPr>
          <p:nvPr/>
        </p:nvSpPr>
        <p:spPr bwMode="auto">
          <a:xfrm>
            <a:off x="5029200" y="1752600"/>
            <a:ext cx="3505200" cy="244316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spcBef>
                <a:spcPct val="50000"/>
              </a:spcBef>
            </a:pPr>
            <a:r>
              <a:rPr lang="en-US" altLang="en-US" sz="1800" dirty="0" err="1">
                <a:solidFill>
                  <a:srgbClr val="000099"/>
                </a:solidFill>
              </a:rPr>
              <a:t>P.first</a:t>
            </a:r>
            <a:r>
              <a:rPr lang="en-US" altLang="en-US" sz="1800" dirty="0">
                <a:solidFill>
                  <a:srgbClr val="000099"/>
                </a:solidFill>
              </a:rPr>
              <a:t> {</a:t>
            </a:r>
          </a:p>
          <a:p>
            <a:pPr lvl="1">
              <a:spcBef>
                <a:spcPct val="50000"/>
              </a:spcBef>
            </a:pPr>
            <a:r>
              <a:rPr lang="en-US" altLang="en-US" sz="1800" dirty="0">
                <a:solidFill>
                  <a:srgbClr val="000099"/>
                </a:solidFill>
              </a:rPr>
              <a:t>font: bold 14pt “Arial”;</a:t>
            </a:r>
          </a:p>
          <a:p>
            <a:pPr>
              <a:spcBef>
                <a:spcPct val="50000"/>
              </a:spcBef>
            </a:pPr>
            <a:r>
              <a:rPr lang="en-US" altLang="en-US" sz="1800" dirty="0">
                <a:solidFill>
                  <a:srgbClr val="000099"/>
                </a:solidFill>
              </a:rPr>
              <a:t>}</a:t>
            </a:r>
          </a:p>
          <a:p>
            <a:pPr>
              <a:spcBef>
                <a:spcPct val="50000"/>
              </a:spcBef>
            </a:pPr>
            <a:r>
              <a:rPr lang="en-US" altLang="en-US" sz="1800" dirty="0" err="1">
                <a:solidFill>
                  <a:srgbClr val="000099"/>
                </a:solidFill>
              </a:rPr>
              <a:t>P.second</a:t>
            </a:r>
            <a:r>
              <a:rPr lang="en-US" altLang="en-US" sz="1800" dirty="0">
                <a:solidFill>
                  <a:srgbClr val="000099"/>
                </a:solidFill>
              </a:rPr>
              <a:t> {</a:t>
            </a:r>
          </a:p>
          <a:p>
            <a:pPr lvl="1">
              <a:spcBef>
                <a:spcPct val="50000"/>
              </a:spcBef>
            </a:pPr>
            <a:r>
              <a:rPr lang="en-US" altLang="en-US" sz="1800" dirty="0">
                <a:solidFill>
                  <a:srgbClr val="000099"/>
                </a:solidFill>
              </a:rPr>
              <a:t>font: normal 10pt “Arial”;</a:t>
            </a:r>
          </a:p>
          <a:p>
            <a:pPr>
              <a:spcBef>
                <a:spcPct val="50000"/>
              </a:spcBef>
            </a:pPr>
            <a:r>
              <a:rPr lang="en-US" altLang="en-US" sz="1800" dirty="0">
                <a:solidFill>
                  <a:srgbClr val="000099"/>
                </a:solidFill>
              </a:rPr>
              <a:t>}</a:t>
            </a:r>
          </a:p>
        </p:txBody>
      </p:sp>
      <p:sp>
        <p:nvSpPr>
          <p:cNvPr id="177157" name="Rectangle 5"/>
          <p:cNvSpPr>
            <a:spLocks noChangeArrowheads="1"/>
          </p:cNvSpPr>
          <p:nvPr/>
        </p:nvSpPr>
        <p:spPr bwMode="auto">
          <a:xfrm>
            <a:off x="762000" y="4572000"/>
            <a:ext cx="7543800" cy="120251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spcBef>
                <a:spcPct val="50000"/>
              </a:spcBef>
            </a:pPr>
            <a:r>
              <a:rPr lang="en-US" altLang="en-US" sz="1800" dirty="0">
                <a:solidFill>
                  <a:srgbClr val="000099"/>
                </a:solidFill>
              </a:rPr>
              <a:t>&lt;p class=“first”&gt;First class paragraph&lt;/p&gt;</a:t>
            </a:r>
          </a:p>
          <a:p>
            <a:pPr>
              <a:spcBef>
                <a:spcPct val="50000"/>
              </a:spcBef>
            </a:pPr>
            <a:r>
              <a:rPr lang="en-US" altLang="en-US" sz="1800" dirty="0">
                <a:solidFill>
                  <a:srgbClr val="000099"/>
                </a:solidFill>
              </a:rPr>
              <a:t>&lt;p class=“second”&gt;Second class paragraph&lt;/p&gt;</a:t>
            </a:r>
          </a:p>
          <a:p>
            <a:pPr>
              <a:spcBef>
                <a:spcPct val="50000"/>
              </a:spcBef>
            </a:pPr>
            <a:r>
              <a:rPr lang="en-US" altLang="en-US" sz="1800" dirty="0">
                <a:solidFill>
                  <a:srgbClr val="000099"/>
                </a:solidFill>
              </a:rPr>
              <a:t>&lt;span class=“general”&gt;This class is defined for all tags&lt;/span&gt; </a:t>
            </a:r>
          </a:p>
        </p:txBody>
      </p:sp>
      <p:sp>
        <p:nvSpPr>
          <p:cNvPr id="177158" name="Rectangle 6"/>
          <p:cNvSpPr>
            <a:spLocks noChangeArrowheads="1"/>
          </p:cNvSpPr>
          <p:nvPr/>
        </p:nvSpPr>
        <p:spPr bwMode="auto">
          <a:xfrm>
            <a:off x="838200" y="2514600"/>
            <a:ext cx="3810000" cy="1204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spcBef>
                <a:spcPct val="50000"/>
              </a:spcBef>
            </a:pPr>
            <a:r>
              <a:rPr lang="en-US" altLang="en-US" sz="1800" dirty="0">
                <a:solidFill>
                  <a:srgbClr val="000099"/>
                </a:solidFill>
              </a:rPr>
              <a:t>.general {</a:t>
            </a:r>
          </a:p>
          <a:p>
            <a:pPr lvl="1">
              <a:spcBef>
                <a:spcPct val="50000"/>
              </a:spcBef>
            </a:pPr>
            <a:r>
              <a:rPr lang="en-US" altLang="en-US" sz="1800" dirty="0">
                <a:solidFill>
                  <a:srgbClr val="000099"/>
                </a:solidFill>
              </a:rPr>
              <a:t>font: bold 18pt “Tahoma”;</a:t>
            </a:r>
          </a:p>
          <a:p>
            <a:pPr>
              <a:spcBef>
                <a:spcPct val="50000"/>
              </a:spcBef>
            </a:pPr>
            <a:r>
              <a:rPr lang="en-US" altLang="en-US" sz="1800" dirty="0">
                <a:solidFill>
                  <a:srgbClr val="000099"/>
                </a:solidFill>
              </a:rPr>
              <a:t>}</a:t>
            </a:r>
          </a:p>
        </p:txBody>
      </p:sp>
    </p:spTree>
    <p:extLst>
      <p:ext uri="{BB962C8B-B14F-4D97-AF65-F5344CB8AC3E}">
        <p14:creationId xmlns:p14="http://schemas.microsoft.com/office/powerpoint/2010/main" val="431444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a:xfrm>
            <a:off x="2819400" y="381000"/>
            <a:ext cx="6096000" cy="1143000"/>
          </a:xfrm>
        </p:spPr>
        <p:txBody>
          <a:bodyPr/>
          <a:lstStyle/>
          <a:p>
            <a:r>
              <a:rPr lang="en-US" altLang="en-US"/>
              <a:t>Pseudo-Classes</a:t>
            </a:r>
          </a:p>
        </p:txBody>
      </p:sp>
      <p:sp>
        <p:nvSpPr>
          <p:cNvPr id="179204" name="Rectangle 4"/>
          <p:cNvSpPr>
            <a:spLocks noChangeArrowheads="1"/>
          </p:cNvSpPr>
          <p:nvPr/>
        </p:nvSpPr>
        <p:spPr bwMode="auto">
          <a:xfrm>
            <a:off x="838200" y="1362974"/>
            <a:ext cx="3810000" cy="49784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nSpc>
                <a:spcPct val="60000"/>
              </a:lnSpc>
              <a:spcBef>
                <a:spcPct val="50000"/>
              </a:spcBef>
            </a:pPr>
            <a:endParaRPr lang="en-US" altLang="en-US" sz="1800" dirty="0">
              <a:solidFill>
                <a:srgbClr val="000099"/>
              </a:solidFill>
            </a:endParaRPr>
          </a:p>
          <a:p>
            <a:pPr>
              <a:lnSpc>
                <a:spcPct val="60000"/>
              </a:lnSpc>
              <a:spcBef>
                <a:spcPct val="50000"/>
              </a:spcBef>
            </a:pPr>
            <a:r>
              <a:rPr lang="en-US" altLang="en-US" sz="1800" dirty="0">
                <a:solidFill>
                  <a:srgbClr val="000099"/>
                </a:solidFill>
              </a:rPr>
              <a:t>A: link {</a:t>
            </a:r>
          </a:p>
          <a:p>
            <a:pPr lvl="1">
              <a:lnSpc>
                <a:spcPct val="60000"/>
              </a:lnSpc>
              <a:spcBef>
                <a:spcPct val="50000"/>
              </a:spcBef>
            </a:pPr>
            <a:r>
              <a:rPr lang="en-US" altLang="en-US" sz="1800" dirty="0">
                <a:solidFill>
                  <a:srgbClr val="000099"/>
                </a:solidFill>
              </a:rPr>
              <a:t>color: red;</a:t>
            </a:r>
          </a:p>
          <a:p>
            <a:pPr lvl="1">
              <a:lnSpc>
                <a:spcPct val="60000"/>
              </a:lnSpc>
              <a:spcBef>
                <a:spcPct val="50000"/>
              </a:spcBef>
            </a:pPr>
            <a:r>
              <a:rPr lang="en-US" altLang="en-US" sz="1800" dirty="0">
                <a:solidFill>
                  <a:srgbClr val="000099"/>
                </a:solidFill>
              </a:rPr>
              <a:t>text-decoration: none;</a:t>
            </a:r>
          </a:p>
          <a:p>
            <a:pPr>
              <a:lnSpc>
                <a:spcPct val="60000"/>
              </a:lnSpc>
              <a:spcBef>
                <a:spcPct val="50000"/>
              </a:spcBef>
            </a:pPr>
            <a:r>
              <a:rPr lang="en-US" altLang="en-US" sz="1800" dirty="0">
                <a:solidFill>
                  <a:srgbClr val="000099"/>
                </a:solidFill>
              </a:rPr>
              <a:t>}</a:t>
            </a:r>
          </a:p>
          <a:p>
            <a:pPr>
              <a:lnSpc>
                <a:spcPct val="60000"/>
              </a:lnSpc>
              <a:spcBef>
                <a:spcPct val="50000"/>
              </a:spcBef>
            </a:pPr>
            <a:r>
              <a:rPr lang="en-US" altLang="en-US" sz="1800" dirty="0">
                <a:solidFill>
                  <a:srgbClr val="000099"/>
                </a:solidFill>
              </a:rPr>
              <a:t>A: visited {</a:t>
            </a:r>
          </a:p>
          <a:p>
            <a:pPr lvl="1">
              <a:lnSpc>
                <a:spcPct val="60000"/>
              </a:lnSpc>
              <a:spcBef>
                <a:spcPct val="50000"/>
              </a:spcBef>
            </a:pPr>
            <a:r>
              <a:rPr lang="en-US" altLang="en-US" sz="1800" dirty="0">
                <a:solidFill>
                  <a:srgbClr val="000099"/>
                </a:solidFill>
              </a:rPr>
              <a:t>color: navy;</a:t>
            </a:r>
          </a:p>
          <a:p>
            <a:pPr>
              <a:lnSpc>
                <a:spcPct val="60000"/>
              </a:lnSpc>
              <a:spcBef>
                <a:spcPct val="50000"/>
              </a:spcBef>
            </a:pPr>
            <a:r>
              <a:rPr lang="en-US" altLang="en-US" sz="1800" dirty="0">
                <a:solidFill>
                  <a:srgbClr val="000099"/>
                </a:solidFill>
              </a:rPr>
              <a:t>}</a:t>
            </a:r>
          </a:p>
          <a:p>
            <a:pPr>
              <a:lnSpc>
                <a:spcPct val="60000"/>
              </a:lnSpc>
              <a:spcBef>
                <a:spcPct val="50000"/>
              </a:spcBef>
            </a:pPr>
            <a:r>
              <a:rPr lang="en-US" altLang="en-US" sz="1800" dirty="0">
                <a:solidFill>
                  <a:srgbClr val="000099"/>
                </a:solidFill>
              </a:rPr>
              <a:t>A: active {</a:t>
            </a:r>
          </a:p>
          <a:p>
            <a:pPr lvl="1">
              <a:lnSpc>
                <a:spcPct val="60000"/>
              </a:lnSpc>
              <a:spcBef>
                <a:spcPct val="50000"/>
              </a:spcBef>
            </a:pPr>
            <a:r>
              <a:rPr lang="en-US" altLang="en-US" sz="1800" dirty="0">
                <a:solidFill>
                  <a:srgbClr val="000099"/>
                </a:solidFill>
              </a:rPr>
              <a:t>color: blue;</a:t>
            </a:r>
          </a:p>
          <a:p>
            <a:pPr>
              <a:lnSpc>
                <a:spcPct val="60000"/>
              </a:lnSpc>
              <a:spcBef>
                <a:spcPct val="50000"/>
              </a:spcBef>
            </a:pPr>
            <a:r>
              <a:rPr lang="en-US" altLang="en-US" sz="1800" dirty="0">
                <a:solidFill>
                  <a:srgbClr val="000099"/>
                </a:solidFill>
              </a:rPr>
              <a:t>}</a:t>
            </a:r>
          </a:p>
          <a:p>
            <a:pPr>
              <a:lnSpc>
                <a:spcPct val="60000"/>
              </a:lnSpc>
              <a:spcBef>
                <a:spcPct val="50000"/>
              </a:spcBef>
            </a:pPr>
            <a:r>
              <a:rPr lang="en-US" altLang="en-US" sz="1800" dirty="0">
                <a:solidFill>
                  <a:srgbClr val="000099"/>
                </a:solidFill>
              </a:rPr>
              <a:t>A: hover {</a:t>
            </a:r>
          </a:p>
          <a:p>
            <a:pPr lvl="1"/>
            <a:r>
              <a:rPr lang="en-US" altLang="en-US" sz="1800" dirty="0">
                <a:solidFill>
                  <a:srgbClr val="000099"/>
                </a:solidFill>
              </a:rPr>
              <a:t>text-decoration: underline;</a:t>
            </a:r>
          </a:p>
          <a:p>
            <a:r>
              <a:rPr lang="en-US" altLang="en-US" sz="1800" dirty="0">
                <a:solidFill>
                  <a:srgbClr val="000099"/>
                </a:solidFill>
              </a:rPr>
              <a:t>}</a:t>
            </a:r>
          </a:p>
          <a:p>
            <a:r>
              <a:rPr lang="en-US" altLang="en-US" sz="1800" dirty="0" err="1">
                <a:solidFill>
                  <a:srgbClr val="000099"/>
                </a:solidFill>
              </a:rPr>
              <a:t>A.special</a:t>
            </a:r>
            <a:r>
              <a:rPr lang="en-US" altLang="en-US" sz="1800" dirty="0">
                <a:solidFill>
                  <a:srgbClr val="000099"/>
                </a:solidFill>
              </a:rPr>
              <a:t>: link{</a:t>
            </a:r>
          </a:p>
          <a:p>
            <a:pPr lvl="1"/>
            <a:r>
              <a:rPr lang="en-US" altLang="en-US" sz="1800" dirty="0">
                <a:solidFill>
                  <a:srgbClr val="000099"/>
                </a:solidFill>
              </a:rPr>
              <a:t>color: black;</a:t>
            </a:r>
          </a:p>
          <a:p>
            <a:r>
              <a:rPr lang="en-US" altLang="en-US" sz="1800" dirty="0">
                <a:solidFill>
                  <a:srgbClr val="000099"/>
                </a:solidFill>
              </a:rPr>
              <a:t>}</a:t>
            </a:r>
          </a:p>
        </p:txBody>
      </p:sp>
      <p:sp>
        <p:nvSpPr>
          <p:cNvPr id="4" name="Rectangle 4"/>
          <p:cNvSpPr>
            <a:spLocks noChangeArrowheads="1"/>
          </p:cNvSpPr>
          <p:nvPr/>
        </p:nvSpPr>
        <p:spPr bwMode="auto">
          <a:xfrm>
            <a:off x="4906617" y="1328948"/>
            <a:ext cx="3810000" cy="485889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nSpc>
                <a:spcPct val="60000"/>
              </a:lnSpc>
              <a:spcBef>
                <a:spcPct val="50000"/>
              </a:spcBef>
            </a:pPr>
            <a:endParaRPr lang="en-US" altLang="en-US" sz="1800" dirty="0">
              <a:solidFill>
                <a:srgbClr val="000099"/>
              </a:solidFill>
            </a:endParaRPr>
          </a:p>
          <a:p>
            <a:pPr>
              <a:lnSpc>
                <a:spcPct val="60000"/>
              </a:lnSpc>
              <a:spcBef>
                <a:spcPct val="50000"/>
              </a:spcBef>
            </a:pPr>
            <a:r>
              <a:rPr lang="en-US" altLang="en-US" dirty="0">
                <a:solidFill>
                  <a:srgbClr val="000099"/>
                </a:solidFill>
              </a:rPr>
              <a:t>#</a:t>
            </a:r>
            <a:r>
              <a:rPr lang="en-US" altLang="en-US" dirty="0" err="1">
                <a:solidFill>
                  <a:srgbClr val="000099"/>
                </a:solidFill>
              </a:rPr>
              <a:t>myTable</a:t>
            </a:r>
            <a:r>
              <a:rPr lang="en-US" altLang="en-US" dirty="0">
                <a:solidFill>
                  <a:srgbClr val="000099"/>
                </a:solidFill>
              </a:rPr>
              <a:t> </a:t>
            </a:r>
            <a:r>
              <a:rPr lang="en-US" altLang="en-US" dirty="0" err="1">
                <a:solidFill>
                  <a:srgbClr val="000099"/>
                </a:solidFill>
              </a:rPr>
              <a:t>tr</a:t>
            </a:r>
            <a:r>
              <a:rPr lang="en-US" altLang="en-US" sz="1800" dirty="0">
                <a:solidFill>
                  <a:srgbClr val="000099"/>
                </a:solidFill>
              </a:rPr>
              <a:t>: </a:t>
            </a:r>
            <a:r>
              <a:rPr lang="en-US" dirty="0">
                <a:solidFill>
                  <a:srgbClr val="000099"/>
                </a:solidFill>
              </a:rPr>
              <a:t>first-child</a:t>
            </a:r>
            <a:r>
              <a:rPr lang="en-US" altLang="en-US" sz="1800" dirty="0">
                <a:solidFill>
                  <a:srgbClr val="000099"/>
                </a:solidFill>
              </a:rPr>
              <a:t> {</a:t>
            </a:r>
          </a:p>
          <a:p>
            <a:pPr lvl="1">
              <a:lnSpc>
                <a:spcPct val="60000"/>
              </a:lnSpc>
              <a:spcBef>
                <a:spcPct val="50000"/>
              </a:spcBef>
            </a:pPr>
            <a:r>
              <a:rPr lang="en-US" altLang="en-US" sz="1800" dirty="0">
                <a:solidFill>
                  <a:srgbClr val="000099"/>
                </a:solidFill>
              </a:rPr>
              <a:t>color: red;</a:t>
            </a:r>
          </a:p>
          <a:p>
            <a:pPr>
              <a:lnSpc>
                <a:spcPct val="60000"/>
              </a:lnSpc>
              <a:spcBef>
                <a:spcPct val="50000"/>
              </a:spcBef>
            </a:pPr>
            <a:r>
              <a:rPr lang="en-US" altLang="en-US" sz="1800" dirty="0">
                <a:solidFill>
                  <a:srgbClr val="000099"/>
                </a:solidFill>
              </a:rPr>
              <a:t>}</a:t>
            </a:r>
          </a:p>
          <a:p>
            <a:pPr>
              <a:lnSpc>
                <a:spcPct val="60000"/>
              </a:lnSpc>
              <a:spcBef>
                <a:spcPct val="50000"/>
              </a:spcBef>
            </a:pPr>
            <a:r>
              <a:rPr lang="en-US" altLang="en-US" dirty="0" err="1">
                <a:solidFill>
                  <a:srgbClr val="000099"/>
                </a:solidFill>
              </a:rPr>
              <a:t>input:focus</a:t>
            </a:r>
            <a:r>
              <a:rPr lang="en-US" altLang="en-US" dirty="0">
                <a:solidFill>
                  <a:srgbClr val="000099"/>
                </a:solidFill>
              </a:rPr>
              <a:t> {</a:t>
            </a:r>
          </a:p>
          <a:p>
            <a:pPr>
              <a:lnSpc>
                <a:spcPct val="60000"/>
              </a:lnSpc>
              <a:spcBef>
                <a:spcPct val="50000"/>
              </a:spcBef>
            </a:pPr>
            <a:r>
              <a:rPr lang="en-US" altLang="en-US" dirty="0">
                <a:solidFill>
                  <a:srgbClr val="000099"/>
                </a:solidFill>
              </a:rPr>
              <a:t>  background-color: yellow;</a:t>
            </a:r>
          </a:p>
          <a:p>
            <a:pPr>
              <a:lnSpc>
                <a:spcPct val="60000"/>
              </a:lnSpc>
              <a:spcBef>
                <a:spcPct val="50000"/>
              </a:spcBef>
            </a:pPr>
            <a:r>
              <a:rPr lang="en-US" altLang="en-US" dirty="0">
                <a:solidFill>
                  <a:srgbClr val="000099"/>
                </a:solidFill>
              </a:rPr>
              <a:t>}</a:t>
            </a:r>
          </a:p>
          <a:p>
            <a:pPr>
              <a:spcBef>
                <a:spcPct val="50000"/>
              </a:spcBef>
            </a:pPr>
            <a:r>
              <a:rPr lang="en-US" dirty="0">
                <a:solidFill>
                  <a:srgbClr val="000099"/>
                </a:solidFill>
              </a:rPr>
              <a:t>p:nth-child(2) {</a:t>
            </a:r>
            <a:br>
              <a:rPr lang="en-US" dirty="0">
                <a:solidFill>
                  <a:srgbClr val="000099"/>
                </a:solidFill>
              </a:rPr>
            </a:br>
            <a:r>
              <a:rPr lang="en-US" dirty="0">
                <a:solidFill>
                  <a:srgbClr val="000099"/>
                </a:solidFill>
              </a:rPr>
              <a:t>  background: red;</a:t>
            </a:r>
            <a:br>
              <a:rPr lang="en-US" dirty="0">
                <a:solidFill>
                  <a:srgbClr val="000099"/>
                </a:solidFill>
              </a:rPr>
            </a:br>
            <a:r>
              <a:rPr lang="en-US" dirty="0">
                <a:solidFill>
                  <a:srgbClr val="000099"/>
                </a:solidFill>
              </a:rPr>
              <a:t>}</a:t>
            </a:r>
          </a:p>
          <a:p>
            <a:pPr>
              <a:spcBef>
                <a:spcPct val="50000"/>
              </a:spcBef>
            </a:pPr>
            <a:r>
              <a:rPr lang="en-US" dirty="0">
                <a:solidFill>
                  <a:srgbClr val="000099"/>
                </a:solidFill>
              </a:rPr>
              <a:t>p:nth-child(odd) {</a:t>
            </a:r>
            <a:br>
              <a:rPr lang="en-US" dirty="0">
                <a:solidFill>
                  <a:srgbClr val="000099"/>
                </a:solidFill>
              </a:rPr>
            </a:br>
            <a:r>
              <a:rPr lang="en-US" dirty="0">
                <a:solidFill>
                  <a:srgbClr val="000099"/>
                </a:solidFill>
              </a:rPr>
              <a:t>  background: red;</a:t>
            </a:r>
            <a:br>
              <a:rPr lang="en-US" dirty="0">
                <a:solidFill>
                  <a:srgbClr val="000099"/>
                </a:solidFill>
              </a:rPr>
            </a:br>
            <a:r>
              <a:rPr lang="en-US" dirty="0">
                <a:solidFill>
                  <a:srgbClr val="000099"/>
                </a:solidFill>
              </a:rPr>
              <a:t>}</a:t>
            </a:r>
            <a:br>
              <a:rPr lang="en-US" dirty="0">
                <a:solidFill>
                  <a:srgbClr val="000099"/>
                </a:solidFill>
              </a:rPr>
            </a:br>
            <a:r>
              <a:rPr lang="en-US" dirty="0">
                <a:solidFill>
                  <a:srgbClr val="000099"/>
                </a:solidFill>
              </a:rPr>
              <a:t>p:nth-child(even) {</a:t>
            </a:r>
            <a:br>
              <a:rPr lang="en-US" dirty="0">
                <a:solidFill>
                  <a:srgbClr val="000099"/>
                </a:solidFill>
              </a:rPr>
            </a:br>
            <a:r>
              <a:rPr lang="en-US" dirty="0">
                <a:solidFill>
                  <a:srgbClr val="000099"/>
                </a:solidFill>
              </a:rPr>
              <a:t>  background: blue;</a:t>
            </a:r>
            <a:br>
              <a:rPr lang="en-US" dirty="0">
                <a:solidFill>
                  <a:srgbClr val="000099"/>
                </a:solidFill>
              </a:rPr>
            </a:br>
            <a:r>
              <a:rPr lang="en-US" dirty="0">
                <a:solidFill>
                  <a:srgbClr val="000099"/>
                </a:solidFill>
              </a:rPr>
              <a:t>}</a:t>
            </a:r>
            <a:endParaRPr lang="en-US" altLang="en-US" dirty="0">
              <a:solidFill>
                <a:srgbClr val="000099"/>
              </a:solidFill>
            </a:endParaRPr>
          </a:p>
        </p:txBody>
      </p:sp>
    </p:spTree>
    <p:extLst>
      <p:ext uri="{BB962C8B-B14F-4D97-AF65-F5344CB8AC3E}">
        <p14:creationId xmlns:p14="http://schemas.microsoft.com/office/powerpoint/2010/main" val="3693559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r>
              <a:rPr lang="en-US" altLang="en-US"/>
              <a:t>CSS Box Model</a:t>
            </a:r>
          </a:p>
        </p:txBody>
      </p:sp>
      <p:sp>
        <p:nvSpPr>
          <p:cNvPr id="185350" name="Rectangle 6"/>
          <p:cNvSpPr>
            <a:spLocks noChangeArrowheads="1"/>
          </p:cNvSpPr>
          <p:nvPr/>
        </p:nvSpPr>
        <p:spPr bwMode="auto">
          <a:xfrm>
            <a:off x="690563" y="2133600"/>
            <a:ext cx="4343400" cy="3505200"/>
          </a:xfrm>
          <a:prstGeom prst="rect">
            <a:avLst/>
          </a:prstGeom>
          <a:noFill/>
          <a:ln w="127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85351" name="Rectangle 7"/>
          <p:cNvSpPr>
            <a:spLocks noChangeArrowheads="1"/>
          </p:cNvSpPr>
          <p:nvPr/>
        </p:nvSpPr>
        <p:spPr bwMode="auto">
          <a:xfrm>
            <a:off x="1147763" y="2514600"/>
            <a:ext cx="3429000" cy="2743200"/>
          </a:xfrm>
          <a:prstGeom prst="rect">
            <a:avLst/>
          </a:prstGeom>
          <a:noFill/>
          <a:ln w="127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85352" name="Rectangle 8"/>
          <p:cNvSpPr>
            <a:spLocks noChangeArrowheads="1"/>
          </p:cNvSpPr>
          <p:nvPr/>
        </p:nvSpPr>
        <p:spPr bwMode="auto">
          <a:xfrm>
            <a:off x="1604963" y="2895600"/>
            <a:ext cx="2514600" cy="1981200"/>
          </a:xfrm>
          <a:prstGeom prst="rect">
            <a:avLst/>
          </a:prstGeom>
          <a:noFill/>
          <a:ln w="127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85353" name="Rectangle 9"/>
          <p:cNvSpPr>
            <a:spLocks noChangeArrowheads="1"/>
          </p:cNvSpPr>
          <p:nvPr/>
        </p:nvSpPr>
        <p:spPr bwMode="auto">
          <a:xfrm>
            <a:off x="2290763" y="3581400"/>
            <a:ext cx="1143000" cy="609600"/>
          </a:xfrm>
          <a:prstGeom prst="rect">
            <a:avLst/>
          </a:prstGeom>
          <a:noFill/>
          <a:ln w="127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GB"/>
          </a:p>
        </p:txBody>
      </p:sp>
      <p:sp>
        <p:nvSpPr>
          <p:cNvPr id="185354" name="Text Box 10"/>
          <p:cNvSpPr txBox="1">
            <a:spLocks noChangeArrowheads="1"/>
          </p:cNvSpPr>
          <p:nvPr/>
        </p:nvSpPr>
        <p:spPr bwMode="auto">
          <a:xfrm>
            <a:off x="2290763" y="3810000"/>
            <a:ext cx="9826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2000" dirty="0">
                <a:solidFill>
                  <a:schemeClr val="folHlink"/>
                </a:solidFill>
              </a:rPr>
              <a:t>element</a:t>
            </a:r>
          </a:p>
        </p:txBody>
      </p:sp>
      <p:sp>
        <p:nvSpPr>
          <p:cNvPr id="185355" name="Text Box 11"/>
          <p:cNvSpPr txBox="1">
            <a:spLocks noChangeArrowheads="1"/>
          </p:cNvSpPr>
          <p:nvPr/>
        </p:nvSpPr>
        <p:spPr bwMode="auto">
          <a:xfrm>
            <a:off x="1604963" y="4479925"/>
            <a:ext cx="9985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2000">
                <a:solidFill>
                  <a:schemeClr val="folHlink"/>
                </a:solidFill>
              </a:rPr>
              <a:t>padding</a:t>
            </a:r>
          </a:p>
        </p:txBody>
      </p:sp>
      <p:sp>
        <p:nvSpPr>
          <p:cNvPr id="185356" name="Text Box 12"/>
          <p:cNvSpPr txBox="1">
            <a:spLocks noChangeArrowheads="1"/>
          </p:cNvSpPr>
          <p:nvPr/>
        </p:nvSpPr>
        <p:spPr bwMode="auto">
          <a:xfrm>
            <a:off x="1143000" y="4876800"/>
            <a:ext cx="8429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2000" dirty="0">
                <a:solidFill>
                  <a:schemeClr val="folHlink"/>
                </a:solidFill>
              </a:rPr>
              <a:t>border</a:t>
            </a:r>
          </a:p>
        </p:txBody>
      </p:sp>
      <p:sp>
        <p:nvSpPr>
          <p:cNvPr id="185357" name="Text Box 13"/>
          <p:cNvSpPr txBox="1">
            <a:spLocks noChangeArrowheads="1"/>
          </p:cNvSpPr>
          <p:nvPr/>
        </p:nvSpPr>
        <p:spPr bwMode="auto">
          <a:xfrm>
            <a:off x="685800" y="5257800"/>
            <a:ext cx="8985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en-US" sz="2000" dirty="0">
                <a:solidFill>
                  <a:schemeClr val="folHlink"/>
                </a:solidFill>
              </a:rPr>
              <a:t>margin</a:t>
            </a:r>
          </a:p>
        </p:txBody>
      </p:sp>
      <p:sp>
        <p:nvSpPr>
          <p:cNvPr id="185358" name="Rectangle 14"/>
          <p:cNvSpPr>
            <a:spLocks noChangeArrowheads="1"/>
          </p:cNvSpPr>
          <p:nvPr/>
        </p:nvSpPr>
        <p:spPr bwMode="auto">
          <a:xfrm>
            <a:off x="5410200" y="1820863"/>
            <a:ext cx="3200400" cy="1912937"/>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ltLang="en-US" sz="1400" b="1">
                <a:solidFill>
                  <a:srgbClr val="000099"/>
                </a:solidFill>
              </a:rPr>
              <a:t>Padding:</a:t>
            </a:r>
          </a:p>
          <a:p>
            <a:pPr lvl="1">
              <a:spcBef>
                <a:spcPct val="50000"/>
              </a:spcBef>
              <a:buFont typeface="Wingdings" pitchFamily="2" charset="2"/>
              <a:buChar char="ü"/>
            </a:pPr>
            <a:r>
              <a:rPr lang="en-US" altLang="en-US" sz="1400">
                <a:solidFill>
                  <a:srgbClr val="000099"/>
                </a:solidFill>
              </a:rPr>
              <a:t>padding-top</a:t>
            </a:r>
          </a:p>
          <a:p>
            <a:pPr lvl="1">
              <a:spcBef>
                <a:spcPct val="50000"/>
              </a:spcBef>
              <a:buFont typeface="Wingdings" pitchFamily="2" charset="2"/>
              <a:buChar char="ü"/>
            </a:pPr>
            <a:r>
              <a:rPr lang="en-US" altLang="en-US" sz="1400">
                <a:solidFill>
                  <a:srgbClr val="000099"/>
                </a:solidFill>
              </a:rPr>
              <a:t>padding-right</a:t>
            </a:r>
          </a:p>
          <a:p>
            <a:pPr lvl="1">
              <a:spcBef>
                <a:spcPct val="50000"/>
              </a:spcBef>
              <a:buFont typeface="Wingdings" pitchFamily="2" charset="2"/>
              <a:buChar char="ü"/>
            </a:pPr>
            <a:r>
              <a:rPr lang="en-US" altLang="en-US" sz="1400">
                <a:solidFill>
                  <a:srgbClr val="000099"/>
                </a:solidFill>
              </a:rPr>
              <a:t>padding-bottom</a:t>
            </a:r>
          </a:p>
          <a:p>
            <a:pPr lvl="1">
              <a:spcBef>
                <a:spcPct val="50000"/>
              </a:spcBef>
              <a:buFont typeface="Wingdings" pitchFamily="2" charset="2"/>
              <a:buChar char="ü"/>
            </a:pPr>
            <a:r>
              <a:rPr lang="en-US" altLang="en-US" sz="1400">
                <a:solidFill>
                  <a:srgbClr val="000099"/>
                </a:solidFill>
              </a:rPr>
              <a:t>padding-left</a:t>
            </a:r>
          </a:p>
          <a:p>
            <a:pPr lvl="1">
              <a:spcBef>
                <a:spcPct val="50000"/>
              </a:spcBef>
              <a:buFont typeface="Wingdings" pitchFamily="2" charset="2"/>
              <a:buChar char="ü"/>
            </a:pPr>
            <a:r>
              <a:rPr lang="en-US" altLang="en-US" sz="1400">
                <a:solidFill>
                  <a:srgbClr val="000099"/>
                </a:solidFill>
              </a:rPr>
              <a:t>padding</a:t>
            </a:r>
          </a:p>
        </p:txBody>
      </p:sp>
      <p:sp>
        <p:nvSpPr>
          <p:cNvPr id="185359" name="Rectangle 15"/>
          <p:cNvSpPr>
            <a:spLocks noChangeArrowheads="1"/>
          </p:cNvSpPr>
          <p:nvPr/>
        </p:nvSpPr>
        <p:spPr bwMode="auto">
          <a:xfrm>
            <a:off x="5410200" y="3954463"/>
            <a:ext cx="3200400" cy="1912937"/>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ltLang="en-US" sz="1400" b="1">
                <a:solidFill>
                  <a:srgbClr val="000099"/>
                </a:solidFill>
              </a:rPr>
              <a:t>Margin:</a:t>
            </a:r>
          </a:p>
          <a:p>
            <a:pPr lvl="1">
              <a:spcBef>
                <a:spcPct val="50000"/>
              </a:spcBef>
              <a:buFont typeface="Wingdings" pitchFamily="2" charset="2"/>
              <a:buChar char="ü"/>
            </a:pPr>
            <a:r>
              <a:rPr lang="en-US" altLang="en-US" sz="1400">
                <a:solidFill>
                  <a:srgbClr val="000099"/>
                </a:solidFill>
              </a:rPr>
              <a:t>margin-top</a:t>
            </a:r>
          </a:p>
          <a:p>
            <a:pPr lvl="1">
              <a:spcBef>
                <a:spcPct val="50000"/>
              </a:spcBef>
              <a:buFont typeface="Wingdings" pitchFamily="2" charset="2"/>
              <a:buChar char="ü"/>
            </a:pPr>
            <a:r>
              <a:rPr lang="en-US" altLang="en-US" sz="1400">
                <a:solidFill>
                  <a:srgbClr val="000099"/>
                </a:solidFill>
              </a:rPr>
              <a:t>margin-right</a:t>
            </a:r>
          </a:p>
          <a:p>
            <a:pPr lvl="1">
              <a:spcBef>
                <a:spcPct val="50000"/>
              </a:spcBef>
              <a:buFont typeface="Wingdings" pitchFamily="2" charset="2"/>
              <a:buChar char="ü"/>
            </a:pPr>
            <a:r>
              <a:rPr lang="en-US" altLang="en-US" sz="1400">
                <a:solidFill>
                  <a:srgbClr val="000099"/>
                </a:solidFill>
              </a:rPr>
              <a:t>margin-bottom</a:t>
            </a:r>
          </a:p>
          <a:p>
            <a:pPr lvl="1">
              <a:spcBef>
                <a:spcPct val="50000"/>
              </a:spcBef>
              <a:buFont typeface="Wingdings" pitchFamily="2" charset="2"/>
              <a:buChar char="ü"/>
            </a:pPr>
            <a:r>
              <a:rPr lang="en-US" altLang="en-US" sz="1400">
                <a:solidFill>
                  <a:srgbClr val="000099"/>
                </a:solidFill>
              </a:rPr>
              <a:t>margin-left</a:t>
            </a:r>
          </a:p>
          <a:p>
            <a:pPr lvl="1">
              <a:spcBef>
                <a:spcPct val="50000"/>
              </a:spcBef>
              <a:buFont typeface="Wingdings" pitchFamily="2" charset="2"/>
              <a:buChar char="ü"/>
            </a:pPr>
            <a:r>
              <a:rPr lang="en-US" altLang="en-US" sz="1400">
                <a:solidFill>
                  <a:srgbClr val="000099"/>
                </a:solidFill>
              </a:rPr>
              <a:t>margin</a:t>
            </a:r>
          </a:p>
        </p:txBody>
      </p:sp>
    </p:spTree>
    <p:extLst>
      <p:ext uri="{BB962C8B-B14F-4D97-AF65-F5344CB8AC3E}">
        <p14:creationId xmlns:p14="http://schemas.microsoft.com/office/powerpoint/2010/main" val="2077364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Planning and dividing page</a:t>
            </a:r>
          </a:p>
          <a:p>
            <a:r>
              <a:rPr lang="en-US" dirty="0"/>
              <a:t>Formatting and styles</a:t>
            </a:r>
          </a:p>
          <a:p>
            <a:r>
              <a:rPr lang="en-US" dirty="0"/>
              <a:t>Bootswatch</a:t>
            </a:r>
          </a:p>
          <a:p>
            <a:r>
              <a:rPr lang="en-US" dirty="0"/>
              <a:t>Gallery example</a:t>
            </a:r>
          </a:p>
          <a:p>
            <a:endParaRPr lang="en-GB" dirty="0"/>
          </a:p>
        </p:txBody>
      </p:sp>
      <p:sp>
        <p:nvSpPr>
          <p:cNvPr id="3" name="Title 2"/>
          <p:cNvSpPr>
            <a:spLocks noGrp="1"/>
          </p:cNvSpPr>
          <p:nvPr>
            <p:ph type="title"/>
          </p:nvPr>
        </p:nvSpPr>
        <p:spPr/>
        <p:txBody>
          <a:bodyPr/>
          <a:lstStyle/>
          <a:p>
            <a:r>
              <a:rPr lang="en-US" dirty="0"/>
              <a:t>Examples and exercises</a:t>
            </a:r>
            <a:endParaRPr lang="en-GB" dirty="0"/>
          </a:p>
        </p:txBody>
      </p:sp>
    </p:spTree>
    <p:extLst>
      <p:ext uri="{BB962C8B-B14F-4D97-AF65-F5344CB8AC3E}">
        <p14:creationId xmlns:p14="http://schemas.microsoft.com/office/powerpoint/2010/main" val="6053160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667</TotalTime>
  <Words>1463</Words>
  <Application>Microsoft Office PowerPoint</Application>
  <PresentationFormat>On-screen Show (4:3)</PresentationFormat>
  <Paragraphs>327</Paragraphs>
  <Slides>24</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5" baseType="lpstr">
      <vt:lpstr>Arial</vt:lpstr>
      <vt:lpstr>Lucida Sans Unicode</vt:lpstr>
      <vt:lpstr>Monotype Sorts</vt:lpstr>
      <vt:lpstr>Tahoma</vt:lpstr>
      <vt:lpstr>Times New Roman</vt:lpstr>
      <vt:lpstr>Verdana</vt:lpstr>
      <vt:lpstr>Wingdings</vt:lpstr>
      <vt:lpstr>Wingdings 2</vt:lpstr>
      <vt:lpstr>Wingdings 3</vt:lpstr>
      <vt:lpstr>Concourse</vt:lpstr>
      <vt:lpstr>Image</vt:lpstr>
      <vt:lpstr>Web Technology</vt:lpstr>
      <vt:lpstr>Hypertext &amp; Visual Browser</vt:lpstr>
      <vt:lpstr>Hypertext Transfer Protocol</vt:lpstr>
      <vt:lpstr>HTML, DHTML, CSS</vt:lpstr>
      <vt:lpstr>HTML example 1</vt:lpstr>
      <vt:lpstr>HTML example 2</vt:lpstr>
      <vt:lpstr>Client and Server side scripts</vt:lpstr>
      <vt:lpstr>JavaScript and VBScript examples</vt:lpstr>
      <vt:lpstr>ASP example</vt:lpstr>
      <vt:lpstr>ASPX example</vt:lpstr>
      <vt:lpstr>HTML – basic elements</vt:lpstr>
      <vt:lpstr>HTML – basic structure</vt:lpstr>
      <vt:lpstr>Tag Attributes</vt:lpstr>
      <vt:lpstr>Formatting Text</vt:lpstr>
      <vt:lpstr>Linking Pages</vt:lpstr>
      <vt:lpstr>Document Object Model</vt:lpstr>
      <vt:lpstr>Cascading Style Sheets</vt:lpstr>
      <vt:lpstr>Using Styles in HTML</vt:lpstr>
      <vt:lpstr>Rules and Properties </vt:lpstr>
      <vt:lpstr>Grouping Properties</vt:lpstr>
      <vt:lpstr>Classes</vt:lpstr>
      <vt:lpstr>Pseudo-Classes</vt:lpstr>
      <vt:lpstr>CSS Box Model</vt:lpstr>
      <vt:lpstr>Examples and 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Technology</dc:title>
  <dc:creator>Alex Keselman</dc:creator>
  <cp:lastModifiedBy>אלכסנדר קסלמן</cp:lastModifiedBy>
  <cp:revision>91</cp:revision>
  <dcterms:created xsi:type="dcterms:W3CDTF">2006-08-16T00:00:00Z</dcterms:created>
  <dcterms:modified xsi:type="dcterms:W3CDTF">2021-03-15T07:52:38Z</dcterms:modified>
</cp:coreProperties>
</file>